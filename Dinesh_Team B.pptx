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F9F9F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heavy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F9F9F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 u="heavy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F9F9F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83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F9F9F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83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" y="1794799"/>
            <a:ext cx="9144000" cy="2755265"/>
          </a:xfrm>
          <a:custGeom>
            <a:avLst/>
            <a:gdLst/>
            <a:ahLst/>
            <a:cxnLst/>
            <a:rect l="l" t="t" r="r" b="b"/>
            <a:pathLst>
              <a:path w="9144000" h="2755265">
                <a:moveTo>
                  <a:pt x="6096036" y="0"/>
                </a:moveTo>
                <a:lnTo>
                  <a:pt x="6096036" y="2755199"/>
                </a:lnTo>
              </a:path>
              <a:path w="9144000" h="2755265">
                <a:moveTo>
                  <a:pt x="3048036" y="0"/>
                </a:moveTo>
                <a:lnTo>
                  <a:pt x="3048036" y="2755199"/>
                </a:lnTo>
              </a:path>
              <a:path w="9144000" h="2755265">
                <a:moveTo>
                  <a:pt x="0" y="1379478"/>
                </a:moveTo>
                <a:lnTo>
                  <a:pt x="9143999" y="1379478"/>
                </a:lnTo>
              </a:path>
            </a:pathLst>
          </a:custGeom>
          <a:ln w="19049">
            <a:solidFill>
              <a:srgbClr val="183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5200" y="817778"/>
            <a:ext cx="7844155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F9F9F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4600" y="1650863"/>
            <a:ext cx="3724910" cy="1796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heavy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971550"/>
            <a:ext cx="4571999" cy="29110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840" y="1718650"/>
            <a:ext cx="3699510" cy="60261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10185" marR="5080" indent="-198120">
              <a:lnSpc>
                <a:spcPts val="2030"/>
              </a:lnSpc>
              <a:spcBef>
                <a:spcPts val="575"/>
              </a:spcBef>
            </a:pPr>
            <a:r>
              <a:rPr spc="-60" dirty="0"/>
              <a:t>Neuro</a:t>
            </a:r>
            <a:r>
              <a:rPr spc="-45" dirty="0"/>
              <a:t> </a:t>
            </a:r>
            <a:r>
              <a:rPr spc="-40" dirty="0"/>
              <a:t>FleetX</a:t>
            </a:r>
            <a:r>
              <a:rPr spc="-145" dirty="0"/>
              <a:t> </a:t>
            </a:r>
            <a:r>
              <a:rPr dirty="0"/>
              <a:t>AI</a:t>
            </a:r>
            <a:r>
              <a:rPr spc="-40" dirty="0"/>
              <a:t> </a:t>
            </a:r>
            <a:r>
              <a:rPr spc="-55" dirty="0"/>
              <a:t>Powered</a:t>
            </a:r>
            <a:r>
              <a:rPr spc="-40" dirty="0"/>
              <a:t> </a:t>
            </a:r>
            <a:r>
              <a:rPr spc="-30" dirty="0"/>
              <a:t>Urban Fleet</a:t>
            </a:r>
            <a:r>
              <a:rPr spc="-65" dirty="0"/>
              <a:t> and</a:t>
            </a:r>
            <a:r>
              <a:rPr spc="-85" dirty="0"/>
              <a:t> </a:t>
            </a:r>
            <a:r>
              <a:rPr spc="-50" dirty="0"/>
              <a:t>Traﬃc</a:t>
            </a:r>
            <a:r>
              <a:rPr spc="-45" dirty="0"/>
              <a:t>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7925" y="2693549"/>
            <a:ext cx="1329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F9F9F9"/>
                </a:solidFill>
                <a:latin typeface="Arial"/>
                <a:cs typeface="Arial"/>
              </a:rPr>
              <a:t>—</a:t>
            </a:r>
            <a:r>
              <a:rPr sz="1200" b="1" spc="-20" dirty="0">
                <a:solidFill>
                  <a:srgbClr val="F9F9F9"/>
                </a:solidFill>
                <a:latin typeface="Arial"/>
                <a:cs typeface="Arial"/>
              </a:rPr>
              <a:t>Dinesh</a:t>
            </a:r>
            <a:r>
              <a:rPr sz="12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9F9F9"/>
                </a:solidFill>
                <a:latin typeface="Arial"/>
                <a:cs typeface="Arial"/>
              </a:rPr>
              <a:t>Kumar</a:t>
            </a:r>
            <a:r>
              <a:rPr sz="12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9F9F9"/>
                </a:solidFill>
                <a:latin typeface="Arial"/>
                <a:cs typeface="Arial"/>
              </a:rPr>
              <a:t>P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797" y="266081"/>
            <a:ext cx="7683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F9F9F9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Project:Neuro</a:t>
            </a:r>
            <a:r>
              <a:rPr spc="-70" dirty="0"/>
              <a:t> </a:t>
            </a:r>
            <a:r>
              <a:rPr spc="-40" dirty="0"/>
              <a:t>FleetX</a:t>
            </a:r>
            <a:r>
              <a:rPr spc="-145" dirty="0"/>
              <a:t> </a:t>
            </a:r>
            <a:r>
              <a:rPr dirty="0"/>
              <a:t>AI</a:t>
            </a:r>
            <a:r>
              <a:rPr spc="-50" dirty="0"/>
              <a:t> </a:t>
            </a:r>
            <a:r>
              <a:rPr spc="-55" dirty="0"/>
              <a:t>Powered</a:t>
            </a:r>
            <a:r>
              <a:rPr spc="-50" dirty="0"/>
              <a:t> Urban</a:t>
            </a:r>
            <a:r>
              <a:rPr spc="-45" dirty="0"/>
              <a:t> </a:t>
            </a:r>
            <a:r>
              <a:rPr spc="-30" dirty="0"/>
              <a:t>Fleet</a:t>
            </a:r>
            <a:r>
              <a:rPr spc="-45" dirty="0"/>
              <a:t> </a:t>
            </a:r>
            <a:r>
              <a:rPr spc="-65" dirty="0"/>
              <a:t>and</a:t>
            </a:r>
            <a:r>
              <a:rPr spc="-85" dirty="0"/>
              <a:t> </a:t>
            </a:r>
            <a:r>
              <a:rPr spc="-50" dirty="0"/>
              <a:t>Traﬃc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9275" y="1520827"/>
            <a:ext cx="8201659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NeuroFleetX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sz="1100" b="1" spc="-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AI-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powered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fleet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management</a:t>
            </a:r>
            <a:r>
              <a:rPr sz="11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system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that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controls</a:t>
            </a:r>
            <a:r>
              <a:rPr sz="11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enables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real-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time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monitoring</a:t>
            </a:r>
            <a:r>
              <a:rPr sz="11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vehicles,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drivers,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traffic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efficient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b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safe</a:t>
            </a:r>
            <a:r>
              <a:rPr sz="1100" b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transportation.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F9F9F9"/>
                </a:solidFill>
                <a:latin typeface="Arial"/>
                <a:cs typeface="Arial"/>
              </a:rPr>
              <a:t>Key</a:t>
            </a:r>
            <a:r>
              <a:rPr sz="1100" b="1" spc="-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9F9F9"/>
                </a:solidFill>
                <a:latin typeface="Arial"/>
                <a:cs typeface="Arial"/>
              </a:rPr>
              <a:t>Points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Central</a:t>
            </a:r>
            <a:r>
              <a:rPr sz="1100" spc="-5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platform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connecting</a:t>
            </a:r>
            <a:r>
              <a:rPr sz="1100" spc="-6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Admin,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Fleet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Manager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&amp;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Drivers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F9F9F9"/>
              </a:buClr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Tracks</a:t>
            </a:r>
            <a:r>
              <a:rPr sz="1100" spc="-5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vehicle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status,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trip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progress,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traffic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conditions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F9F9F9"/>
              </a:buClr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AI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analysis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for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driver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behavior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route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optimization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Clr>
                <a:srgbClr val="F9F9F9"/>
              </a:buClr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Enhances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logistics</a:t>
            </a:r>
            <a:r>
              <a:rPr sz="1100" spc="-4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performance</a:t>
            </a:r>
            <a:r>
              <a:rPr sz="1100" spc="-4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road</a:t>
            </a:r>
            <a:r>
              <a:rPr sz="1100" spc="-4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safety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1464" y="266081"/>
            <a:ext cx="781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F9F9F9"/>
                </a:solidFill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5200" y="817778"/>
            <a:ext cx="77781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Project:NeuroFleetX</a:t>
            </a:r>
            <a:r>
              <a:rPr spc="-140" dirty="0"/>
              <a:t> </a:t>
            </a:r>
            <a:r>
              <a:rPr dirty="0"/>
              <a:t>AI</a:t>
            </a:r>
            <a:r>
              <a:rPr spc="-25" dirty="0"/>
              <a:t> </a:t>
            </a:r>
            <a:r>
              <a:rPr spc="-55" dirty="0"/>
              <a:t>Powered</a:t>
            </a:r>
            <a:r>
              <a:rPr spc="-25" dirty="0"/>
              <a:t> </a:t>
            </a:r>
            <a:r>
              <a:rPr spc="-50" dirty="0"/>
              <a:t>Urban</a:t>
            </a:r>
            <a:r>
              <a:rPr spc="-20" dirty="0"/>
              <a:t> </a:t>
            </a:r>
            <a:r>
              <a:rPr spc="-30" dirty="0"/>
              <a:t>Fleet</a:t>
            </a:r>
            <a:r>
              <a:rPr spc="-25" dirty="0"/>
              <a:t> </a:t>
            </a:r>
            <a:r>
              <a:rPr spc="-65" dirty="0"/>
              <a:t>and</a:t>
            </a:r>
            <a:r>
              <a:rPr spc="-80" dirty="0"/>
              <a:t> </a:t>
            </a:r>
            <a:r>
              <a:rPr spc="-50" dirty="0"/>
              <a:t>Traﬃc</a:t>
            </a:r>
            <a:r>
              <a:rPr spc="-25" dirty="0"/>
              <a:t>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5171" y="1502758"/>
            <a:ext cx="8208645" cy="192976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500"/>
              </a:spcBef>
              <a:buSzPct val="106666"/>
              <a:buFont typeface="Arial MT"/>
              <a:buChar char="●"/>
              <a:tabLst>
                <a:tab pos="363855" algn="l"/>
              </a:tabLst>
            </a:pPr>
            <a:r>
              <a:rPr sz="1500" b="1" spc="-10" dirty="0">
                <a:solidFill>
                  <a:srgbClr val="F9F9F9"/>
                </a:solidFill>
                <a:latin typeface="Arial"/>
                <a:cs typeface="Arial"/>
              </a:rPr>
              <a:t>Administrator</a:t>
            </a:r>
            <a:r>
              <a:rPr sz="1500" b="1" spc="-3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9F9F9"/>
                </a:solidFill>
                <a:latin typeface="Arial"/>
                <a:cs typeface="Arial"/>
              </a:rPr>
              <a:t>Module</a:t>
            </a:r>
            <a:endParaRPr sz="1500">
              <a:latin typeface="Arial"/>
              <a:cs typeface="Arial"/>
            </a:endParaRPr>
          </a:p>
          <a:p>
            <a:pPr marL="363855" marR="467359" indent="232410">
              <a:lnSpc>
                <a:spcPct val="113599"/>
              </a:lnSpc>
              <a:spcBef>
                <a:spcPts val="114"/>
              </a:spcBef>
            </a:pP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Controls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manages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entire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fleet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system,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including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users,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vehicles,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trips,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analytics,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configuration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through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F9F9F9"/>
                </a:solidFill>
                <a:latin typeface="Arial"/>
                <a:cs typeface="Arial"/>
              </a:rPr>
              <a:t>a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centralized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dashboard.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SzPct val="106666"/>
              <a:buFont typeface="Arial MT"/>
              <a:buChar char="●"/>
              <a:tabLst>
                <a:tab pos="363855" algn="l"/>
              </a:tabLst>
            </a:pPr>
            <a:r>
              <a:rPr sz="1500" b="1" dirty="0">
                <a:solidFill>
                  <a:srgbClr val="F9F9F9"/>
                </a:solidFill>
                <a:latin typeface="Arial"/>
                <a:cs typeface="Arial"/>
              </a:rPr>
              <a:t>Fleet</a:t>
            </a:r>
            <a:r>
              <a:rPr sz="1500" b="1" spc="-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9F9F9"/>
                </a:solidFill>
                <a:latin typeface="Arial"/>
                <a:cs typeface="Arial"/>
              </a:rPr>
              <a:t>Manager</a:t>
            </a:r>
            <a:r>
              <a:rPr sz="1500" b="1" spc="-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9F9F9"/>
                </a:solidFill>
                <a:latin typeface="Arial"/>
                <a:cs typeface="Arial"/>
              </a:rPr>
              <a:t>Module</a:t>
            </a:r>
            <a:endParaRPr sz="1500">
              <a:latin typeface="Arial"/>
              <a:cs typeface="Arial"/>
            </a:endParaRPr>
          </a:p>
          <a:p>
            <a:pPr marL="363855" marR="5080" indent="211454">
              <a:lnSpc>
                <a:spcPct val="130000"/>
              </a:lnSpc>
              <a:spcBef>
                <a:spcPts val="285"/>
              </a:spcBef>
            </a:pP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Monitors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day-to-day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fleet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operations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tracking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traffic,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vehicle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status,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fuel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maintenance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needs,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managing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alerts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for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safe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efficient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trip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coordination.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171" y="3884008"/>
            <a:ext cx="8116570" cy="7010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02590" indent="-389890">
              <a:lnSpc>
                <a:spcPct val="100000"/>
              </a:lnSpc>
              <a:spcBef>
                <a:spcPts val="500"/>
              </a:spcBef>
              <a:buSzPct val="106666"/>
              <a:buFont typeface="Arial MT"/>
              <a:buChar char="●"/>
              <a:tabLst>
                <a:tab pos="402590" algn="l"/>
              </a:tabLst>
            </a:pPr>
            <a:r>
              <a:rPr sz="1500" b="1" dirty="0">
                <a:solidFill>
                  <a:srgbClr val="F9F9F9"/>
                </a:solidFill>
                <a:latin typeface="Arial"/>
                <a:cs typeface="Arial"/>
              </a:rPr>
              <a:t>Driver</a:t>
            </a:r>
            <a:r>
              <a:rPr sz="1500" b="1" spc="-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9F9F9"/>
                </a:solidFill>
                <a:latin typeface="Arial"/>
                <a:cs typeface="Arial"/>
              </a:rPr>
              <a:t>Module</a:t>
            </a:r>
            <a:endParaRPr sz="1500">
              <a:latin typeface="Arial"/>
              <a:cs typeface="Arial"/>
            </a:endParaRPr>
          </a:p>
          <a:p>
            <a:pPr marL="363855" marR="5080" indent="348615">
              <a:lnSpc>
                <a:spcPct val="113599"/>
              </a:lnSpc>
              <a:spcBef>
                <a:spcPts val="114"/>
              </a:spcBef>
            </a:pP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Executes</a:t>
            </a:r>
            <a:r>
              <a:rPr sz="1100" i="1" spc="-3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assigned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trips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updates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live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GPS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location,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while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monitoring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vehicle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health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receiving</a:t>
            </a:r>
            <a:r>
              <a:rPr sz="1100" i="1" spc="-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AI-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powered</a:t>
            </a:r>
            <a:r>
              <a:rPr sz="1100" i="1" spc="-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safety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alerts</a:t>
            </a:r>
            <a:r>
              <a:rPr sz="1100" i="1" spc="-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9F9F9"/>
                </a:solidFill>
                <a:latin typeface="Arial"/>
                <a:cs typeface="Arial"/>
              </a:rPr>
              <a:t>route</a:t>
            </a:r>
            <a:r>
              <a:rPr sz="1100" i="1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9F9F9"/>
                </a:solidFill>
                <a:latin typeface="Arial"/>
                <a:cs typeface="Arial"/>
              </a:rPr>
              <a:t>guidance.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0042" y="266081"/>
            <a:ext cx="793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F9F9F9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Project:Neuro</a:t>
            </a:r>
            <a:r>
              <a:rPr spc="-70" dirty="0"/>
              <a:t> </a:t>
            </a:r>
            <a:r>
              <a:rPr spc="-40" dirty="0"/>
              <a:t>FleetX</a:t>
            </a:r>
            <a:r>
              <a:rPr spc="-145" dirty="0"/>
              <a:t> </a:t>
            </a:r>
            <a:r>
              <a:rPr dirty="0"/>
              <a:t>AI</a:t>
            </a:r>
            <a:r>
              <a:rPr spc="-50" dirty="0"/>
              <a:t> </a:t>
            </a:r>
            <a:r>
              <a:rPr spc="-55" dirty="0"/>
              <a:t>Powered</a:t>
            </a:r>
            <a:r>
              <a:rPr spc="-50" dirty="0"/>
              <a:t> Urban</a:t>
            </a:r>
            <a:r>
              <a:rPr spc="-45" dirty="0"/>
              <a:t> </a:t>
            </a:r>
            <a:r>
              <a:rPr spc="-30" dirty="0"/>
              <a:t>Fleet</a:t>
            </a:r>
            <a:r>
              <a:rPr spc="-45" dirty="0"/>
              <a:t> </a:t>
            </a:r>
            <a:r>
              <a:rPr spc="-65" dirty="0"/>
              <a:t>and</a:t>
            </a:r>
            <a:r>
              <a:rPr spc="-85" dirty="0"/>
              <a:t> </a:t>
            </a:r>
            <a:r>
              <a:rPr spc="-50" dirty="0"/>
              <a:t>Traﬃc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504" y="1611188"/>
            <a:ext cx="6181496" cy="1933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700" b="1" dirty="0">
                <a:solidFill>
                  <a:srgbClr val="F9F9F9"/>
                </a:solidFill>
                <a:latin typeface="Arial"/>
                <a:cs typeface="Arial"/>
              </a:rPr>
              <a:t>In these project I am working on Driver module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700" dirty="0">
              <a:latin typeface="Arial"/>
              <a:cs typeface="Arial"/>
            </a:endParaRPr>
          </a:p>
          <a:p>
            <a:pPr marL="409575">
              <a:lnSpc>
                <a:spcPct val="100000"/>
              </a:lnSpc>
            </a:pPr>
            <a:r>
              <a:rPr sz="1500" b="1" spc="-55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Overview</a:t>
            </a:r>
            <a:endParaRPr sz="1500" dirty="0">
              <a:latin typeface="Arial"/>
              <a:cs typeface="Arial"/>
            </a:endParaRPr>
          </a:p>
          <a:p>
            <a:pPr marL="409575" indent="-312420">
              <a:lnSpc>
                <a:spcPct val="100000"/>
              </a:lnSpc>
              <a:spcBef>
                <a:spcPts val="1520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End-user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role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 responsible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for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 executing assigned trips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09575" indent="-312420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Updates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live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location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and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trip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status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09575" indent="-312420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Monitors</a:t>
            </a:r>
            <a:r>
              <a:rPr sz="1100" spc="-5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vehicle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health</a:t>
            </a:r>
            <a:r>
              <a:rPr sz="1100" spc="-5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and</a:t>
            </a:r>
            <a:r>
              <a:rPr sz="1100" spc="-4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driving</a:t>
            </a:r>
            <a:r>
              <a:rPr sz="1100" spc="-5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performance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9776" y="266081"/>
            <a:ext cx="8001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F9F9F9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Project:Neuro</a:t>
            </a:r>
            <a:r>
              <a:rPr spc="-70" dirty="0"/>
              <a:t> </a:t>
            </a:r>
            <a:r>
              <a:rPr spc="-40" dirty="0"/>
              <a:t>FleetX</a:t>
            </a:r>
            <a:r>
              <a:rPr spc="-145" dirty="0"/>
              <a:t> </a:t>
            </a:r>
            <a:r>
              <a:rPr dirty="0"/>
              <a:t>AI</a:t>
            </a:r>
            <a:r>
              <a:rPr spc="-50" dirty="0"/>
              <a:t> </a:t>
            </a:r>
            <a:r>
              <a:rPr spc="-55" dirty="0"/>
              <a:t>Powered</a:t>
            </a:r>
            <a:r>
              <a:rPr spc="-50" dirty="0"/>
              <a:t> Urban</a:t>
            </a:r>
            <a:r>
              <a:rPr spc="-45" dirty="0"/>
              <a:t> </a:t>
            </a:r>
            <a:r>
              <a:rPr spc="-30" dirty="0"/>
              <a:t>Fleet</a:t>
            </a:r>
            <a:r>
              <a:rPr spc="-45" dirty="0"/>
              <a:t> </a:t>
            </a:r>
            <a:r>
              <a:rPr spc="-65" dirty="0"/>
              <a:t>and</a:t>
            </a:r>
            <a:r>
              <a:rPr spc="-85" dirty="0"/>
              <a:t> </a:t>
            </a:r>
            <a:r>
              <a:rPr spc="-50" dirty="0"/>
              <a:t>Traﬃc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4556" y="1650863"/>
            <a:ext cx="3395979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     </a:t>
            </a:r>
            <a:r>
              <a:rPr sz="1500" b="1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Key</a:t>
            </a:r>
            <a:r>
              <a:rPr sz="1500" b="1" spc="-50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9F9F9"/>
                </a:solidFill>
                <a:uFill>
                  <a:solidFill>
                    <a:srgbClr val="F9F9F9"/>
                  </a:solidFill>
                </a:uFill>
                <a:latin typeface="Arial"/>
                <a:cs typeface="Arial"/>
              </a:rPr>
              <a:t>Responsibilities</a:t>
            </a:r>
            <a:endParaRPr sz="1500" dirty="0">
              <a:latin typeface="Arial"/>
              <a:cs typeface="Arial"/>
            </a:endParaRPr>
          </a:p>
          <a:p>
            <a:pPr marL="409575" indent="-313055">
              <a:lnSpc>
                <a:spcPct val="100000"/>
              </a:lnSpc>
              <a:spcBef>
                <a:spcPts val="1560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View</a:t>
            </a:r>
            <a:r>
              <a:rPr sz="1100" spc="-4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assigned</a:t>
            </a:r>
            <a:r>
              <a:rPr sz="1100" spc="-3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completed</a:t>
            </a:r>
            <a:r>
              <a:rPr sz="1100" spc="-4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trips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09575" indent="-313055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GPS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logging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/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manual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location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check-</a:t>
            </a:r>
            <a:r>
              <a:rPr sz="1100" spc="-25" dirty="0">
                <a:solidFill>
                  <a:srgbClr val="F9F9F9"/>
                </a:solidFill>
                <a:latin typeface="Arial MT"/>
                <a:cs typeface="Arial MT"/>
              </a:rPr>
              <a:t>in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09575" indent="-313055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View</a:t>
            </a:r>
            <a:r>
              <a:rPr sz="1100" spc="-3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vehicle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status</a:t>
            </a:r>
            <a:r>
              <a:rPr sz="1100" spc="-3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&amp;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maintenance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alerts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09575" indent="-313055">
              <a:lnSpc>
                <a:spcPct val="100000"/>
              </a:lnSpc>
              <a:spcBef>
                <a:spcPts val="5"/>
              </a:spcBef>
              <a:buChar char="●"/>
              <a:tabLst>
                <a:tab pos="409575" algn="l"/>
              </a:tabLst>
            </a:pP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Receive</a:t>
            </a:r>
            <a:r>
              <a:rPr sz="1100" spc="-6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AI-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based</a:t>
            </a:r>
            <a:r>
              <a:rPr sz="1100" spc="-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behavior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score</a:t>
            </a:r>
            <a:r>
              <a:rPr sz="11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9F9F9"/>
                </a:solidFill>
                <a:latin typeface="Arial MT"/>
                <a:cs typeface="Arial MT"/>
              </a:rPr>
              <a:t>safety</a:t>
            </a:r>
            <a:r>
              <a:rPr sz="1100" spc="-15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9F9F9"/>
                </a:solidFill>
                <a:latin typeface="Arial MT"/>
                <a:cs typeface="Arial MT"/>
              </a:rPr>
              <a:t>alerts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8176" y="266081"/>
            <a:ext cx="8128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F9F9F9"/>
                </a:solidFill>
                <a:latin typeface="Arial MT"/>
                <a:cs typeface="Arial MT"/>
              </a:rPr>
              <a:t>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Project:Neuro</a:t>
            </a:r>
            <a:r>
              <a:rPr spc="-70" dirty="0"/>
              <a:t> </a:t>
            </a:r>
            <a:r>
              <a:rPr spc="-40" dirty="0"/>
              <a:t>FleetX</a:t>
            </a:r>
            <a:r>
              <a:rPr spc="-145" dirty="0"/>
              <a:t> </a:t>
            </a:r>
            <a:r>
              <a:rPr dirty="0"/>
              <a:t>AI</a:t>
            </a:r>
            <a:r>
              <a:rPr spc="-50" dirty="0"/>
              <a:t> </a:t>
            </a:r>
            <a:r>
              <a:rPr spc="-55" dirty="0"/>
              <a:t>Powered</a:t>
            </a:r>
            <a:r>
              <a:rPr spc="-50" dirty="0"/>
              <a:t> Urban</a:t>
            </a:r>
            <a:r>
              <a:rPr spc="-45" dirty="0"/>
              <a:t> </a:t>
            </a:r>
            <a:r>
              <a:rPr spc="-30" dirty="0"/>
              <a:t>Fleet</a:t>
            </a:r>
            <a:r>
              <a:rPr spc="-45" dirty="0"/>
              <a:t> </a:t>
            </a:r>
            <a:r>
              <a:rPr spc="-65" dirty="0"/>
              <a:t>and</a:t>
            </a:r>
            <a:r>
              <a:rPr spc="-85" dirty="0"/>
              <a:t> </a:t>
            </a:r>
            <a:r>
              <a:rPr spc="-50" dirty="0"/>
              <a:t>Traﬃc </a:t>
            </a:r>
            <a:r>
              <a:rPr spc="-10" dirty="0"/>
              <a:t>Intelligence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74600" y="1650863"/>
            <a:ext cx="3724910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u="none" dirty="0"/>
              <a:t>    </a:t>
            </a:r>
            <a:r>
              <a:rPr sz="1500" u="none" dirty="0"/>
              <a:t>Core</a:t>
            </a:r>
            <a:r>
              <a:rPr sz="1500" u="none" spc="-35" dirty="0"/>
              <a:t> </a:t>
            </a:r>
            <a:r>
              <a:rPr sz="1500" u="none" spc="-10" dirty="0"/>
              <a:t>Functional</a:t>
            </a:r>
            <a:r>
              <a:rPr sz="1500" u="none" spc="-35" dirty="0"/>
              <a:t> </a:t>
            </a:r>
            <a:r>
              <a:rPr sz="1500" u="none" spc="-10" dirty="0"/>
              <a:t>Features</a:t>
            </a:r>
          </a:p>
          <a:p>
            <a:pPr marL="469265" indent="-312420">
              <a:lnSpc>
                <a:spcPct val="100000"/>
              </a:lnSpc>
              <a:spcBef>
                <a:spcPts val="1560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u="none" dirty="0"/>
              <a:t>Driver</a:t>
            </a:r>
            <a:r>
              <a:rPr sz="1100" u="none" spc="-45" dirty="0"/>
              <a:t> </a:t>
            </a:r>
            <a:r>
              <a:rPr sz="1100" u="none" dirty="0"/>
              <a:t>Dashboard:</a:t>
            </a:r>
            <a:r>
              <a:rPr sz="1100" u="none" spc="-25" dirty="0"/>
              <a:t> </a:t>
            </a:r>
            <a:r>
              <a:rPr sz="1100" b="0" u="none" dirty="0">
                <a:latin typeface="Arial MT"/>
                <a:cs typeface="Arial MT"/>
              </a:rPr>
              <a:t>My</a:t>
            </a:r>
            <a:r>
              <a:rPr sz="1100" b="0" u="none" spc="-45" dirty="0">
                <a:latin typeface="Arial MT"/>
                <a:cs typeface="Arial MT"/>
              </a:rPr>
              <a:t> </a:t>
            </a:r>
            <a:r>
              <a:rPr sz="1100" b="0" u="none" spc="-20" dirty="0">
                <a:latin typeface="Arial MT"/>
                <a:cs typeface="Arial MT"/>
              </a:rPr>
              <a:t>Trips,</a:t>
            </a:r>
            <a:r>
              <a:rPr sz="1100" b="0" u="none" spc="-65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Alerts,</a:t>
            </a:r>
            <a:r>
              <a:rPr sz="1100" b="0" u="none" spc="-25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Behavior</a:t>
            </a:r>
            <a:r>
              <a:rPr sz="1100" b="0" u="none" spc="-25" dirty="0">
                <a:latin typeface="Arial MT"/>
                <a:cs typeface="Arial MT"/>
              </a:rPr>
              <a:t> </a:t>
            </a:r>
            <a:r>
              <a:rPr sz="1100" b="0" u="none" spc="-20" dirty="0">
                <a:latin typeface="Arial MT"/>
                <a:cs typeface="Arial MT"/>
              </a:rPr>
              <a:t>Score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u="none" spc="-10" dirty="0"/>
              <a:t>Trip</a:t>
            </a:r>
            <a:r>
              <a:rPr sz="1100" u="none" spc="-35" dirty="0"/>
              <a:t> </a:t>
            </a:r>
            <a:r>
              <a:rPr sz="1100" u="none" spc="-10" dirty="0"/>
              <a:t>Execution:</a:t>
            </a:r>
            <a:r>
              <a:rPr sz="1100" u="none" spc="-50" dirty="0"/>
              <a:t> </a:t>
            </a:r>
            <a:r>
              <a:rPr sz="1100" b="0" u="none" spc="-10" dirty="0">
                <a:latin typeface="Arial MT"/>
                <a:cs typeface="Arial MT"/>
              </a:rPr>
              <a:t>Trip</a:t>
            </a:r>
            <a:r>
              <a:rPr sz="1100" b="0" u="none" spc="-30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details,</a:t>
            </a:r>
            <a:r>
              <a:rPr sz="1100" b="0" u="none" spc="-35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status,</a:t>
            </a:r>
            <a:r>
              <a:rPr sz="1100" b="0" u="none" spc="-30" dirty="0">
                <a:latin typeface="Arial MT"/>
                <a:cs typeface="Arial MT"/>
              </a:rPr>
              <a:t> </a:t>
            </a:r>
            <a:r>
              <a:rPr sz="1100" b="0" u="none" spc="-10" dirty="0">
                <a:latin typeface="Arial MT"/>
                <a:cs typeface="Arial MT"/>
              </a:rPr>
              <a:t>timeline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u="none" dirty="0"/>
              <a:t>GPS</a:t>
            </a:r>
            <a:r>
              <a:rPr sz="1100" u="none" spc="-35" dirty="0"/>
              <a:t> </a:t>
            </a:r>
            <a:r>
              <a:rPr sz="1100" u="none" dirty="0"/>
              <a:t>Logging:</a:t>
            </a:r>
            <a:r>
              <a:rPr sz="1100" u="none" spc="-35" dirty="0"/>
              <a:t> </a:t>
            </a:r>
            <a:r>
              <a:rPr sz="1100" b="0" u="none" dirty="0">
                <a:latin typeface="Arial MT"/>
                <a:cs typeface="Arial MT"/>
              </a:rPr>
              <a:t>Lat/Long/Speed</a:t>
            </a:r>
            <a:r>
              <a:rPr sz="1100" b="0" u="none" spc="-30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input</a:t>
            </a:r>
            <a:r>
              <a:rPr sz="1100" b="0" u="none" spc="-35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&amp;</a:t>
            </a:r>
            <a:r>
              <a:rPr sz="1100" b="0" u="none" spc="-30" dirty="0">
                <a:latin typeface="Arial MT"/>
                <a:cs typeface="Arial MT"/>
              </a:rPr>
              <a:t> </a:t>
            </a:r>
            <a:r>
              <a:rPr sz="1100" b="0" u="none" spc="-20" dirty="0">
                <a:latin typeface="Arial MT"/>
                <a:cs typeface="Arial MT"/>
              </a:rPr>
              <a:t>check-</a:t>
            </a:r>
            <a:r>
              <a:rPr sz="1100" b="0" u="none" spc="-25" dirty="0">
                <a:latin typeface="Arial MT"/>
                <a:cs typeface="Arial MT"/>
              </a:rPr>
              <a:t>in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F9F9F9"/>
              </a:buClr>
              <a:buFont typeface="Arial MT"/>
              <a:buChar char="●"/>
            </a:pPr>
            <a:endParaRPr sz="1100" dirty="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u="none" spc="-10" dirty="0"/>
              <a:t>Vehicle</a:t>
            </a:r>
            <a:r>
              <a:rPr sz="1100" u="none" spc="-40" dirty="0"/>
              <a:t> </a:t>
            </a:r>
            <a:r>
              <a:rPr sz="1100" u="none" dirty="0"/>
              <a:t>Status:</a:t>
            </a:r>
            <a:r>
              <a:rPr sz="1100" u="none" spc="-35" dirty="0"/>
              <a:t> </a:t>
            </a:r>
            <a:r>
              <a:rPr sz="1100" b="0" u="none" dirty="0">
                <a:latin typeface="Arial MT"/>
                <a:cs typeface="Arial MT"/>
              </a:rPr>
              <a:t>Health</a:t>
            </a:r>
            <a:r>
              <a:rPr sz="1100" b="0" u="none" spc="-35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&amp;</a:t>
            </a:r>
            <a:r>
              <a:rPr sz="1100" b="0" u="none" spc="-40" dirty="0">
                <a:latin typeface="Arial MT"/>
                <a:cs typeface="Arial MT"/>
              </a:rPr>
              <a:t> </a:t>
            </a:r>
            <a:r>
              <a:rPr sz="1100" b="0" u="none" dirty="0">
                <a:latin typeface="Arial MT"/>
                <a:cs typeface="Arial MT"/>
              </a:rPr>
              <a:t>service</a:t>
            </a:r>
            <a:r>
              <a:rPr sz="1100" b="0" u="none" spc="-35" dirty="0">
                <a:latin typeface="Arial MT"/>
                <a:cs typeface="Arial MT"/>
              </a:rPr>
              <a:t> </a:t>
            </a:r>
            <a:r>
              <a:rPr sz="1100" b="0" u="none" spc="-10" dirty="0">
                <a:latin typeface="Arial MT"/>
                <a:cs typeface="Arial MT"/>
              </a:rPr>
              <a:t>prediction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" y="1794799"/>
            <a:ext cx="9144000" cy="2755265"/>
          </a:xfrm>
          <a:custGeom>
            <a:avLst/>
            <a:gdLst/>
            <a:ahLst/>
            <a:cxnLst/>
            <a:rect l="l" t="t" r="r" b="b"/>
            <a:pathLst>
              <a:path w="9144000" h="2755265">
                <a:moveTo>
                  <a:pt x="6096036" y="0"/>
                </a:moveTo>
                <a:lnTo>
                  <a:pt x="6096036" y="2755199"/>
                </a:lnTo>
              </a:path>
              <a:path w="9144000" h="2755265">
                <a:moveTo>
                  <a:pt x="3048036" y="0"/>
                </a:moveTo>
                <a:lnTo>
                  <a:pt x="3048036" y="2755199"/>
                </a:lnTo>
              </a:path>
              <a:path w="9144000" h="2755265">
                <a:moveTo>
                  <a:pt x="0" y="1379478"/>
                </a:moveTo>
                <a:lnTo>
                  <a:pt x="9143999" y="1379478"/>
                </a:lnTo>
              </a:path>
            </a:pathLst>
          </a:custGeom>
          <a:ln w="19049">
            <a:solidFill>
              <a:srgbClr val="183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16529" y="266081"/>
            <a:ext cx="730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F9F9F9"/>
                </a:solidFill>
                <a:latin typeface="Arial MT"/>
                <a:cs typeface="Arial MT"/>
              </a:rPr>
              <a:t>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4975" y="1628140"/>
            <a:ext cx="511556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dirty="0">
                <a:latin typeface="Arial MT"/>
                <a:cs typeface="Arial MT"/>
              </a:rPr>
              <a:t>Thank</a:t>
            </a:r>
            <a:r>
              <a:rPr sz="7000" spc="-135" dirty="0">
                <a:latin typeface="Arial MT"/>
                <a:cs typeface="Arial MT"/>
              </a:rPr>
              <a:t> </a:t>
            </a:r>
            <a:r>
              <a:rPr sz="7000" spc="-640" dirty="0">
                <a:latin typeface="Arial MT"/>
                <a:cs typeface="Arial MT"/>
              </a:rPr>
              <a:t>Y</a:t>
            </a:r>
            <a:r>
              <a:rPr sz="7000" spc="15" dirty="0">
                <a:latin typeface="Arial MT"/>
                <a:cs typeface="Arial MT"/>
              </a:rPr>
              <a:t>ou…</a:t>
            </a:r>
            <a:endParaRPr sz="7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313</Words>
  <Application>Microsoft Office PowerPoint</Application>
  <PresentationFormat>On-screen Show (16:9)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Georgia</vt:lpstr>
      <vt:lpstr>Office Theme</vt:lpstr>
      <vt:lpstr>Neuro FleetX AI Powered Urban Fleet and Traﬃc Intelligence</vt:lpstr>
      <vt:lpstr>Project:Neuro FleetX AI Powered Urban Fleet and Traﬃc Intelligence</vt:lpstr>
      <vt:lpstr>Project:NeuroFleetX AI Powered Urban Fleet and Traﬃc Intelligence</vt:lpstr>
      <vt:lpstr>Project:Neuro FleetX AI Powered Urban Fleet and Traﬃc Intelligence</vt:lpstr>
      <vt:lpstr>Project:Neuro FleetX AI Powered Urban Fleet and Traﬃc Intelligence</vt:lpstr>
      <vt:lpstr>Project:Neuro FleetX AI Powered Urban Fleet and Traﬃc Intelligence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Dinesh kumar</cp:lastModifiedBy>
  <cp:revision>1</cp:revision>
  <dcterms:created xsi:type="dcterms:W3CDTF">2025-12-01T13:00:28Z</dcterms:created>
  <dcterms:modified xsi:type="dcterms:W3CDTF">2025-12-01T13:06:15Z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2025-12-01T00:00:00Z</vt:filetime>
  </property>
</Properties>
</file>