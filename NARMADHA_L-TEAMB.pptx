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8" r:id="rId5"/>
    <p:sldId id="290" r:id="rId6"/>
    <p:sldId id="304" r:id="rId7"/>
    <p:sldId id="306" r:id="rId8"/>
    <p:sldId id="305" r:id="rId9"/>
    <p:sldId id="310" r:id="rId10"/>
    <p:sldId id="307" r:id="rId11"/>
    <p:sldId id="308" r:id="rId12"/>
    <p:sldId id="309" r:id="rId13"/>
    <p:sldId id="313" r:id="rId14"/>
    <p:sldId id="311" r:id="rId15"/>
    <p:sldId id="3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82036-3E43-445A-9A77-06D97C6EDFFA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3638-148D-48F3-93EA-686F1AB9FF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8FFC2-F437-4D89-B6E7-BDC71715B609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4120E-D8D4-4AFA-B0E2-7989D1701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Pitch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048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Company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Business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Market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F0062E6-1EBE-4CBF-B0D1-4737DBF54008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0E683F27-7485-420D-A15D-93A48B8CFD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792BF5-C216-472F-93C8-9E12D88E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4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Team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8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Sum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Than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4056CF-DEDB-4079-BF11-FA4761D09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837" y="1635308"/>
            <a:ext cx="5538037" cy="1553129"/>
          </a:xfrm>
        </p:spPr>
        <p:txBody>
          <a:bodyPr/>
          <a:lstStyle/>
          <a:p>
            <a:r>
              <a:rPr lang="en-IN" sz="2800" dirty="0">
                <a:solidFill>
                  <a:schemeClr val="bg1"/>
                </a:solidFill>
                <a:latin typeface="+mn-lt"/>
              </a:rPr>
              <a:t>Neuro Fleet X –AI</a:t>
            </a:r>
            <a:br>
              <a:rPr lang="en-IN" sz="2800" dirty="0">
                <a:solidFill>
                  <a:schemeClr val="bg1"/>
                </a:solidFill>
                <a:latin typeface="+mn-lt"/>
              </a:rPr>
            </a:br>
            <a:r>
              <a:rPr lang="en-IN" sz="2800" dirty="0">
                <a:solidFill>
                  <a:schemeClr val="bg1"/>
                </a:solidFill>
                <a:latin typeface="+mn-lt"/>
              </a:rPr>
              <a:t>Powered Fleet Management System</a:t>
            </a:r>
            <a:endParaRPr lang="en-US" sz="2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9862A8-72F8-4043-A021-816AC74E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0295" y="3669563"/>
            <a:ext cx="3284832" cy="1553129"/>
          </a:xfrm>
        </p:spPr>
        <p:txBody>
          <a:bodyPr/>
          <a:lstStyle/>
          <a:p>
            <a:r>
              <a:rPr lang="en-US" dirty="0"/>
              <a:t>TEAM-B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NARMADHA 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BE6AF0-3BE0-469F-85B7-CC1F87C35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4175" y="4241283"/>
            <a:ext cx="10537825" cy="2616717"/>
          </a:xfrm>
        </p:spPr>
        <p:txBody>
          <a:bodyPr/>
          <a:lstStyle/>
          <a:p>
            <a:r>
              <a:rPr lang="en-US" dirty="0"/>
              <a:t>Pitch</a:t>
            </a:r>
          </a:p>
        </p:txBody>
      </p:sp>
      <p:pic>
        <p:nvPicPr>
          <p:cNvPr id="1028" name="Picture 4" descr="Traffic Management System">
            <a:extLst>
              <a:ext uri="{FF2B5EF4-FFF2-40B4-BE49-F238E27FC236}">
                <a16:creationId xmlns:a16="http://schemas.microsoft.com/office/drawing/2014/main" id="{2B09FEA6-4095-6486-6948-B0E74BA8BC9D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r="16162"/>
          <a:stretch>
            <a:fillRect/>
          </a:stretch>
        </p:blipFill>
        <p:spPr bwMode="auto">
          <a:xfrm>
            <a:off x="0" y="0"/>
            <a:ext cx="56947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CC2A221-B199-4A29-BC00-83D349B9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E12F36-7172-4E9B-92AA-6A2BF7F110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556" y="1521663"/>
            <a:ext cx="11331024" cy="5009766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Our project aims to manage and control </a:t>
            </a:r>
            <a:r>
              <a:rPr lang="en-US" sz="2400" b="1" dirty="0"/>
              <a:t>both autonomous vehicles and normal human-driven vehicles</a:t>
            </a:r>
            <a:r>
              <a:rPr lang="en-US" sz="2400" dirty="0"/>
              <a:t> in future smart cities.</a:t>
            </a:r>
          </a:p>
          <a:p>
            <a:endParaRPr lang="en-US" sz="2400" dirty="0"/>
          </a:p>
          <a:p>
            <a:r>
              <a:rPr lang="en-US" sz="2400" dirty="0"/>
              <a:t>The system helps the city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Reduce traffic congestion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Predict and avoid high-risk areas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Guide vehicles through optimized routes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Monitor all vehicles in real time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Improve safety and traffic flow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92C76-963F-40D9-85E5-6FACCA8B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4B6A-225A-12B0-3F77-D23DAFD1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834F1A7-36C5-1E05-F1C4-A9299AF0B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040D2321-07AC-B64A-EAF5-92E7F11B1C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556" y="1521663"/>
            <a:ext cx="11331024" cy="5009766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We provide </a:t>
            </a:r>
            <a:r>
              <a:rPr lang="en-US" sz="2400" b="1" dirty="0"/>
              <a:t>one unified platform</a:t>
            </a:r>
            <a:r>
              <a:rPr lang="en-US" sz="2400" dirty="0"/>
              <a:t> with three roles: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Admin (System Owner)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Manager (Traffic Controller)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Driver (Vehicle User)</a:t>
            </a:r>
          </a:p>
          <a:p>
            <a:endParaRPr lang="en-US" sz="2400" dirty="0"/>
          </a:p>
          <a:p>
            <a:r>
              <a:rPr lang="en-US" sz="2400" dirty="0"/>
              <a:t>AI supports all roles by analyzing traffic, vehicle density, speed patterns, and risk zones.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A7A65-FE50-B7D4-EC61-742E8EA3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5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1C00C-9190-2736-463F-72939AEE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FCC75C-4F14-AA62-17B5-6EBD5FA33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7158" y="1465721"/>
            <a:ext cx="3219061" cy="74047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dirty="0"/>
              <a:t>Admin – System</a:t>
            </a:r>
          </a:p>
          <a:p>
            <a:r>
              <a:rPr lang="en-IN" dirty="0"/>
              <a:t> Owner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EC8AB-2EB0-CF61-23D5-29B269C81F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4394" y="1568453"/>
            <a:ext cx="4626206" cy="740478"/>
          </a:xfrm>
        </p:spPr>
        <p:txBody>
          <a:bodyPr/>
          <a:lstStyle/>
          <a:p>
            <a:r>
              <a:rPr lang="en-IN" dirty="0"/>
              <a:t>2. Manager – Traffic </a:t>
            </a:r>
          </a:p>
          <a:p>
            <a:r>
              <a:rPr lang="en-IN" dirty="0"/>
              <a:t>Controller</a:t>
            </a:r>
          </a:p>
          <a:p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EFEF321-608C-04BA-117C-C8605A25BC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67734" y="1542489"/>
            <a:ext cx="4428931" cy="464399"/>
          </a:xfrm>
        </p:spPr>
        <p:txBody>
          <a:bodyPr/>
          <a:lstStyle/>
          <a:p>
            <a:r>
              <a:rPr lang="en-US" dirty="0"/>
              <a:t>3. Driver – Vehicle User</a:t>
            </a:r>
          </a:p>
          <a:p>
            <a:r>
              <a:rPr lang="en-US" dirty="0"/>
              <a:t> (Human + Autonomous Unit)</a:t>
            </a:r>
            <a:endParaRPr lang="en-IN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9C1EA-19BA-C30C-1445-A8E46B98C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870" y="395002"/>
            <a:ext cx="11588619" cy="686645"/>
          </a:xfrm>
        </p:spPr>
        <p:txBody>
          <a:bodyPr/>
          <a:lstStyle/>
          <a:p>
            <a:r>
              <a:rPr lang="en-US" dirty="0"/>
              <a:t>Neuro Fleet X – AI Powered Urban Fleet &amp; Traffic Intelligence</a:t>
            </a:r>
            <a:endParaRPr lang="en-IN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D83DC1B6-DA84-0643-CC88-8E299C9E6A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7042" y="2391457"/>
            <a:ext cx="32190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Controls the entire platform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Adds managers and vehicles (human or autonomous)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Views all city vehicle movement (live map)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Monitors congestion, risk zones, and alerts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Uses AI reports to make decisions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CDF1C7C-7321-F868-FF99-34314CF222C4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665374" y="2252958"/>
            <a:ext cx="350986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Monitors traffic flow in different areas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Updates traffic density (for humans driving in crowded areas)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Verifies AI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Checks vehicle statuses (both human + autonomous)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Manages risk zones and congestion alerts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F2AA7BB-3A1E-876A-A3BA-1AE7FD2E1549}"/>
              </a:ext>
            </a:extLst>
          </p:cNvPr>
          <p:cNvSpPr>
            <a:spLocks noGrp="1" noChangeArrowheads="1"/>
          </p:cNvSpPr>
          <p:nvPr>
            <p:ph type="body" sz="quarter" idx="19"/>
          </p:nvPr>
        </p:nvSpPr>
        <p:spPr bwMode="auto">
          <a:xfrm>
            <a:off x="7854599" y="2317291"/>
            <a:ext cx="35098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Enters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Source → Destination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Receives optimized AI route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Views traffic alerts and risk zone warnings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Updates GPS location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Checks vehicle health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15873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9133-8C3B-1A93-A9E2-A5A695DD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918EDB9-3C58-B267-CF90-22171C5FF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9A0AC9-920B-7D2C-8B8F-5EA0E72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556" y="1521663"/>
            <a:ext cx="11331024" cy="5009766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To cover all modules, we divided our team:</a:t>
            </a:r>
          </a:p>
          <a:p>
            <a:r>
              <a:rPr lang="en-US" sz="2400" b="1" dirty="0"/>
              <a:t>   Admin Module:</a:t>
            </a:r>
            <a:r>
              <a:rPr lang="en-US" sz="2400" dirty="0"/>
              <a:t> Narmadha L &amp; Ganesh</a:t>
            </a:r>
          </a:p>
          <a:p>
            <a:r>
              <a:rPr lang="en-US" sz="2400" b="1" dirty="0"/>
              <a:t>   Manager Module:</a:t>
            </a:r>
            <a:r>
              <a:rPr lang="en-US" sz="2400" dirty="0"/>
              <a:t> Nitin &amp; Gayatri</a:t>
            </a:r>
          </a:p>
          <a:p>
            <a:r>
              <a:rPr lang="en-US" sz="2400" b="1" dirty="0"/>
              <a:t>   Driver Module:</a:t>
            </a:r>
            <a:r>
              <a:rPr lang="en-US" sz="2400" dirty="0"/>
              <a:t> Dinesh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82212-FC79-2B18-ED85-CFB3D342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54AC-A033-E42E-3768-23AB1887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4B9550-AF6B-C705-C8A7-92EACDDD5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548" y="501650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E8596D6-BA0F-2728-034F-50363F8965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352" y="1784446"/>
            <a:ext cx="8994709" cy="3289108"/>
          </a:xfrm>
        </p:spPr>
        <p:txBody>
          <a:bodyPr/>
          <a:lstStyle/>
          <a:p>
            <a:r>
              <a:rPr lang="en-IN" sz="1800" b="1" dirty="0"/>
              <a:t>ADMIN ROLE:</a:t>
            </a:r>
          </a:p>
          <a:p>
            <a:endParaRPr lang="en-IN" sz="1800" b="1" dirty="0"/>
          </a:p>
          <a:p>
            <a:r>
              <a:rPr lang="en-IN" sz="1800" b="1" dirty="0"/>
              <a:t>Login</a:t>
            </a:r>
            <a:r>
              <a:rPr lang="en-IN" sz="1800" dirty="0"/>
              <a:t> → Secure JWT login</a:t>
            </a:r>
          </a:p>
          <a:p>
            <a:r>
              <a:rPr lang="en-IN" sz="1800" b="1" dirty="0"/>
              <a:t>Dashboard</a:t>
            </a:r>
            <a:r>
              <a:rPr lang="en-IN" sz="1800" dirty="0"/>
              <a:t> → Shows all vehicles + traffic + risk zones</a:t>
            </a:r>
          </a:p>
          <a:p>
            <a:r>
              <a:rPr lang="en-IN" sz="1800" b="1" dirty="0"/>
              <a:t>Vehicle Management</a:t>
            </a:r>
            <a:r>
              <a:rPr lang="en-IN" sz="1800" dirty="0"/>
              <a:t> → Add/Edit/Delete vehicles</a:t>
            </a:r>
          </a:p>
          <a:p>
            <a:r>
              <a:rPr lang="en-IN" sz="1800" b="1" dirty="0"/>
              <a:t>User Management</a:t>
            </a:r>
            <a:r>
              <a:rPr lang="en-IN" sz="1800" dirty="0"/>
              <a:t> → Add Managers and Drivers</a:t>
            </a:r>
          </a:p>
          <a:p>
            <a:r>
              <a:rPr lang="en-IN" sz="1800" b="1" dirty="0"/>
              <a:t>AI Monitoring</a:t>
            </a:r>
            <a:r>
              <a:rPr lang="en-IN" sz="1800" dirty="0"/>
              <a:t> → Congestion prediction, risk zones, route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4FEB2-5674-D228-D4E3-F0E3680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62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02CD-4ABD-D584-A2F0-EF6F0039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D987248-2F83-5FD4-83E2-2A40E0868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46E8920-FD3A-F60B-61C5-D47E9FBDD1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5944" y="735820"/>
            <a:ext cx="11580176" cy="5985655"/>
          </a:xfrm>
        </p:spPr>
        <p:txBody>
          <a:bodyPr/>
          <a:lstStyle/>
          <a:p>
            <a:r>
              <a:rPr lang="en-US" sz="1600" b="1" dirty="0"/>
              <a:t>1. Admin Login (Authentication)</a:t>
            </a:r>
          </a:p>
          <a:p>
            <a:r>
              <a:rPr lang="en-US" sz="1600" b="1" dirty="0"/>
              <a:t>Feature:</a:t>
            </a:r>
          </a:p>
          <a:p>
            <a:r>
              <a:rPr lang="en-US" sz="1600" dirty="0"/>
              <a:t>Secure login using </a:t>
            </a:r>
            <a:r>
              <a:rPr lang="en-US" sz="1600" b="1" dirty="0"/>
              <a:t>JWT authentication</a:t>
            </a:r>
            <a:endParaRPr lang="en-US" sz="1600" dirty="0"/>
          </a:p>
          <a:p>
            <a:r>
              <a:rPr lang="en-US" sz="1600" b="1" dirty="0"/>
              <a:t>What it includes:</a:t>
            </a:r>
          </a:p>
          <a:p>
            <a:r>
              <a:rPr lang="en-US" sz="1600" dirty="0"/>
              <a:t>Email + password login</a:t>
            </a:r>
          </a:p>
          <a:p>
            <a:r>
              <a:rPr lang="en-US" sz="1600" dirty="0"/>
              <a:t>Token-based access</a:t>
            </a:r>
          </a:p>
          <a:p>
            <a:r>
              <a:rPr lang="en-US" sz="1600" dirty="0"/>
              <a:t>Protecting Admin pages from unauthorized users</a:t>
            </a:r>
          </a:p>
          <a:p>
            <a:endParaRPr lang="en-US" sz="1600" dirty="0"/>
          </a:p>
          <a:p>
            <a:r>
              <a:rPr lang="en-US" sz="1600" b="1" dirty="0"/>
              <a:t>2. Admin Dashboard</a:t>
            </a:r>
          </a:p>
          <a:p>
            <a:r>
              <a:rPr lang="en-US" sz="1600" b="1" dirty="0"/>
              <a:t>Feature:</a:t>
            </a:r>
          </a:p>
          <a:p>
            <a:r>
              <a:rPr lang="en-US" sz="1600" dirty="0"/>
              <a:t>A real-time dashboard to monitor city traffic and vehicles.</a:t>
            </a:r>
          </a:p>
          <a:p>
            <a:r>
              <a:rPr lang="en-US" sz="1600" b="1" dirty="0"/>
              <a:t>What the dashboard will show:</a:t>
            </a:r>
          </a:p>
          <a:p>
            <a:r>
              <a:rPr lang="en-US" sz="1600" b="1" dirty="0"/>
              <a:t>Total vehicles</a:t>
            </a:r>
            <a:r>
              <a:rPr lang="en-US" sz="1600" dirty="0"/>
              <a:t> (human-driven + autonomous)</a:t>
            </a:r>
          </a:p>
          <a:p>
            <a:r>
              <a:rPr lang="en-US" sz="1600" b="1" dirty="0"/>
              <a:t>Active vehicles</a:t>
            </a:r>
            <a:endParaRPr lang="en-US" sz="1600" dirty="0"/>
          </a:p>
          <a:p>
            <a:r>
              <a:rPr lang="en-US" sz="1600" b="1" dirty="0"/>
              <a:t>Idle vehicles</a:t>
            </a:r>
            <a:endParaRPr lang="en-US" sz="1600" dirty="0"/>
          </a:p>
          <a:p>
            <a:r>
              <a:rPr lang="en-US" sz="1600" b="1" dirty="0"/>
              <a:t>Stuck/busy vehicles</a:t>
            </a:r>
            <a:endParaRPr lang="en-US" sz="1600" dirty="0"/>
          </a:p>
          <a:p>
            <a:r>
              <a:rPr lang="en-US" sz="1600" b="1" dirty="0"/>
              <a:t>Live congestion levels</a:t>
            </a:r>
            <a:endParaRPr lang="en-US" sz="1600" dirty="0"/>
          </a:p>
          <a:p>
            <a:r>
              <a:rPr lang="en-US" sz="1600" b="1" dirty="0"/>
              <a:t>Risk zone heatmap</a:t>
            </a:r>
            <a:r>
              <a:rPr lang="en-US" sz="1600" dirty="0"/>
              <a:t> (Critical, High, Medium, Low)</a:t>
            </a:r>
          </a:p>
          <a:p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932C6-73D1-6E1D-F32D-1487FF22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33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AE5D-E37B-148C-BB84-41A8E98C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DE689F-05FF-49D3-C82E-30459578F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5556B53-38D2-E286-9CC8-CDD888870F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5944" y="735820"/>
            <a:ext cx="11580176" cy="5985655"/>
          </a:xfrm>
        </p:spPr>
        <p:txBody>
          <a:bodyPr/>
          <a:lstStyle/>
          <a:p>
            <a:r>
              <a:rPr lang="en-US" sz="1800" b="1" dirty="0"/>
              <a:t>3. Vehicle Management</a:t>
            </a:r>
          </a:p>
          <a:p>
            <a:r>
              <a:rPr lang="en-US" sz="1800" b="1" dirty="0"/>
              <a:t>Feature:</a:t>
            </a:r>
          </a:p>
          <a:p>
            <a:r>
              <a:rPr lang="en-US" sz="1800" dirty="0"/>
              <a:t>Admin can manage all vehicles in the system.</a:t>
            </a:r>
          </a:p>
          <a:p>
            <a:r>
              <a:rPr lang="en-US" sz="1800" b="1" dirty="0"/>
              <a:t>What Admin can do:</a:t>
            </a:r>
          </a:p>
          <a:p>
            <a:r>
              <a:rPr lang="en-US" sz="1800" b="1" dirty="0"/>
              <a:t>Add</a:t>
            </a:r>
            <a:r>
              <a:rPr lang="en-US" sz="1800" dirty="0"/>
              <a:t> new vehicles</a:t>
            </a:r>
          </a:p>
          <a:p>
            <a:r>
              <a:rPr lang="en-US" sz="1800" b="1" dirty="0"/>
              <a:t>Edit</a:t>
            </a:r>
            <a:r>
              <a:rPr lang="en-US" sz="1800" dirty="0"/>
              <a:t> vehicle details (fuel level, status, type, etc.)</a:t>
            </a:r>
          </a:p>
          <a:p>
            <a:r>
              <a:rPr lang="en-US" sz="1800" b="1" dirty="0"/>
              <a:t>Delete</a:t>
            </a:r>
            <a:r>
              <a:rPr lang="en-US" sz="1800" dirty="0"/>
              <a:t> vehicles (if no longer active)</a:t>
            </a:r>
          </a:p>
          <a:p>
            <a:endParaRPr lang="en-US" sz="1800" dirty="0"/>
          </a:p>
          <a:p>
            <a:r>
              <a:rPr lang="en-US" sz="1800" b="1" dirty="0"/>
              <a:t>4. User Management</a:t>
            </a:r>
          </a:p>
          <a:p>
            <a:r>
              <a:rPr lang="en-US" sz="1800" b="1" dirty="0"/>
              <a:t>Feature:</a:t>
            </a:r>
          </a:p>
          <a:p>
            <a:r>
              <a:rPr lang="en-US" sz="1800" dirty="0"/>
              <a:t>Admin controls who can use the system.</a:t>
            </a:r>
          </a:p>
          <a:p>
            <a:r>
              <a:rPr lang="en-US" sz="1800" b="1" dirty="0"/>
              <a:t>What Admin can do:</a:t>
            </a:r>
          </a:p>
          <a:p>
            <a:r>
              <a:rPr lang="en-US" sz="1800" dirty="0"/>
              <a:t>Add </a:t>
            </a:r>
            <a:r>
              <a:rPr lang="en-US" sz="1800" b="1" dirty="0"/>
              <a:t>Manager</a:t>
            </a:r>
            <a:r>
              <a:rPr lang="en-US" sz="1800" dirty="0"/>
              <a:t> accounts</a:t>
            </a:r>
          </a:p>
          <a:p>
            <a:r>
              <a:rPr lang="en-US" sz="1800" dirty="0"/>
              <a:t>Add </a:t>
            </a:r>
            <a:r>
              <a:rPr lang="en-US" sz="1800" b="1" dirty="0"/>
              <a:t>Driver</a:t>
            </a:r>
            <a:r>
              <a:rPr lang="en-US" sz="1800" dirty="0"/>
              <a:t> accounts</a:t>
            </a:r>
          </a:p>
          <a:p>
            <a:r>
              <a:rPr lang="en-US" sz="1800" dirty="0"/>
              <a:t>Update user information</a:t>
            </a:r>
          </a:p>
          <a:p>
            <a:r>
              <a:rPr lang="en-US" sz="1800" dirty="0"/>
              <a:t>Control user access (roles/permissions)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8623B-02B3-3AB6-117D-FF546EAF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7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E5F6-46D9-68CE-A775-B5869B39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DE8FF86-0EC3-B9D6-8BB2-B88028B62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DADA121-ACF3-8869-F24A-85F11FD594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367" y="1121900"/>
            <a:ext cx="7965233" cy="4246727"/>
          </a:xfrm>
        </p:spPr>
        <p:txBody>
          <a:bodyPr/>
          <a:lstStyle/>
          <a:p>
            <a:r>
              <a:rPr lang="en-US" sz="1800" b="1" dirty="0"/>
              <a:t>5. AI Monitoring</a:t>
            </a:r>
          </a:p>
          <a:p>
            <a:r>
              <a:rPr lang="en-US" sz="1800" b="1" dirty="0"/>
              <a:t>Feature:</a:t>
            </a:r>
          </a:p>
          <a:p>
            <a:r>
              <a:rPr lang="en-US" sz="1800" dirty="0"/>
              <a:t>Admin can view AI-generated insights to understand city conditions.</a:t>
            </a:r>
          </a:p>
          <a:p>
            <a:r>
              <a:rPr lang="en-US" sz="1800" b="1" dirty="0"/>
              <a:t>What AI will show:</a:t>
            </a:r>
          </a:p>
          <a:p>
            <a:r>
              <a:rPr lang="en-US" sz="1800" b="1" dirty="0"/>
              <a:t>Congestion Prediction</a:t>
            </a:r>
            <a:br>
              <a:rPr lang="en-US" sz="1800" dirty="0"/>
            </a:br>
            <a:r>
              <a:rPr lang="en-US" sz="1800" dirty="0"/>
              <a:t>→ Where traffic will increase soon</a:t>
            </a:r>
          </a:p>
          <a:p>
            <a:r>
              <a:rPr lang="en-US" sz="1800" b="1" dirty="0"/>
              <a:t>Risk Zone Detection</a:t>
            </a:r>
            <a:br>
              <a:rPr lang="en-US" sz="1800" dirty="0"/>
            </a:br>
            <a:r>
              <a:rPr lang="en-US" sz="1800" dirty="0"/>
              <a:t>→ Areas that are unsafe / high density</a:t>
            </a:r>
          </a:p>
          <a:p>
            <a:r>
              <a:rPr lang="en-US" sz="1800" b="1" dirty="0"/>
              <a:t>Route Analysis</a:t>
            </a:r>
            <a:br>
              <a:rPr lang="en-US" sz="1800" dirty="0"/>
            </a:br>
            <a:r>
              <a:rPr lang="en-US" sz="1800" dirty="0"/>
              <a:t>→ AI-selected best routes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492F4-F0DF-1DC3-76C2-F3DA33A1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47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E723-4B64-9FE2-7A2B-5E5A2E31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B850E55-0593-F79A-3E07-C60BE0B24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04F2C649-CC0C-7610-0F1F-F4CCB8730F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515" y="1121900"/>
            <a:ext cx="8088086" cy="5054965"/>
          </a:xfrm>
        </p:spPr>
        <p:txBody>
          <a:bodyPr/>
          <a:lstStyle/>
          <a:p>
            <a:r>
              <a:rPr lang="en-US" sz="1800" dirty="0"/>
              <a:t>I am going to work on,</a:t>
            </a:r>
            <a:br>
              <a:rPr lang="en-US" sz="1800" dirty="0"/>
            </a:br>
            <a:r>
              <a:rPr lang="en-US" sz="1800" dirty="0"/>
              <a:t>    1.DASHBOARD</a:t>
            </a:r>
          </a:p>
          <a:p>
            <a:r>
              <a:rPr lang="en-US" sz="1800" dirty="0"/>
              <a:t>       </a:t>
            </a:r>
            <a:r>
              <a:rPr lang="en-US" sz="1800" b="1" dirty="0"/>
              <a:t>Total vehicles</a:t>
            </a:r>
            <a:r>
              <a:rPr lang="en-US" sz="1800" dirty="0"/>
              <a:t> (human-driven + autonomous)</a:t>
            </a:r>
          </a:p>
          <a:p>
            <a:r>
              <a:rPr lang="en-US" sz="1800" b="1" dirty="0"/>
              <a:t>       Active vehicles</a:t>
            </a:r>
            <a:endParaRPr lang="en-US" sz="1800" dirty="0"/>
          </a:p>
          <a:p>
            <a:r>
              <a:rPr lang="en-US" sz="1800" b="1" dirty="0"/>
              <a:t>       Idle vehicles</a:t>
            </a:r>
            <a:endParaRPr lang="en-US" sz="1800" dirty="0"/>
          </a:p>
          <a:p>
            <a:r>
              <a:rPr lang="en-US" sz="1800" b="1" dirty="0"/>
              <a:t>       Stuck/busy vehicles</a:t>
            </a:r>
            <a:endParaRPr lang="en-US" sz="1800" dirty="0"/>
          </a:p>
          <a:p>
            <a:r>
              <a:rPr lang="en-US" sz="1800" b="1" dirty="0"/>
              <a:t>       Live congestion levels</a:t>
            </a:r>
            <a:endParaRPr lang="en-US" sz="1800" dirty="0"/>
          </a:p>
          <a:p>
            <a:r>
              <a:rPr lang="en-US" sz="1800" b="1" dirty="0"/>
              <a:t>       Risk zone heatmap</a:t>
            </a:r>
            <a:r>
              <a:rPr lang="en-US" sz="1800" dirty="0"/>
              <a:t> (Critical, High, Medium, Low)</a:t>
            </a:r>
          </a:p>
          <a:p>
            <a:endParaRPr lang="en-US" sz="1800" dirty="0"/>
          </a:p>
          <a:p>
            <a:r>
              <a:rPr lang="en-US" sz="1800" dirty="0"/>
              <a:t>    2.VECHICLE MANAGEMENT</a:t>
            </a:r>
          </a:p>
          <a:p>
            <a:r>
              <a:rPr lang="en-US" sz="1800" dirty="0"/>
              <a:t>      A</a:t>
            </a:r>
            <a:r>
              <a:rPr lang="en-US" sz="1800" b="1" dirty="0"/>
              <a:t>dd</a:t>
            </a:r>
            <a:r>
              <a:rPr lang="en-US" sz="1800" dirty="0"/>
              <a:t> new vehicles</a:t>
            </a:r>
          </a:p>
          <a:p>
            <a:r>
              <a:rPr lang="en-US" sz="1800" b="1" dirty="0"/>
              <a:t>      Edit</a:t>
            </a:r>
            <a:r>
              <a:rPr lang="en-US" sz="1800" dirty="0"/>
              <a:t> vehicle details (fuel level, status, type, etc.)</a:t>
            </a:r>
          </a:p>
          <a:p>
            <a:r>
              <a:rPr lang="en-US" sz="1800" b="1" dirty="0"/>
              <a:t>      Delete</a:t>
            </a:r>
            <a:r>
              <a:rPr lang="en-US" sz="1800" dirty="0"/>
              <a:t> vehicles (if no longer active)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F858A-7774-1AA6-5BA5-1AC70867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42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A166-272E-7CFE-56F5-2439C452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3C3BB73-544A-A4C9-B713-BB5CBDE82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877DBD4-0446-1343-F2EC-2B797E9E9D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298" y="735820"/>
            <a:ext cx="11654822" cy="4983845"/>
          </a:xfrm>
        </p:spPr>
        <p:txBody>
          <a:bodyPr/>
          <a:lstStyle/>
          <a:p>
            <a:r>
              <a:rPr lang="en-IN" sz="2000" b="1" u="sng" dirty="0"/>
              <a:t>System Workflow (Updated for Human + Autonomous)</a:t>
            </a:r>
          </a:p>
          <a:p>
            <a:endParaRPr lang="en-IN" sz="2000" b="1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Driver (human or autonomous) enters </a:t>
            </a:r>
            <a:r>
              <a:rPr lang="en-IN" sz="2000" b="1" dirty="0"/>
              <a:t>Start → Destination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AI </a:t>
            </a:r>
            <a:r>
              <a:rPr lang="en-IN" sz="2000" dirty="0" err="1"/>
              <a:t>analyzes</a:t>
            </a:r>
            <a:r>
              <a:rPr lang="en-IN" sz="2000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Traffic density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Speed of vehicles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Road conditions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Risk zones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AI recommends the </a:t>
            </a:r>
            <a:r>
              <a:rPr lang="en-IN" sz="2000" b="1" dirty="0"/>
              <a:t>optimized safest route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Manager monitors the traffic and updates real-time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Admin oversees the entire system through live dashboard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System keeps updating predictions continuously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F2B69-DF71-D61C-4468-7EE1F838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5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8737-8E66-FBC3-0667-D105B9FF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C70C23-B0A5-ADF8-935B-3D9AC23882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298" y="735820"/>
            <a:ext cx="11654822" cy="4983845"/>
          </a:xfrm>
        </p:spPr>
        <p:txBody>
          <a:bodyPr/>
          <a:lstStyle/>
          <a:p>
            <a:endParaRPr lang="en-IN" sz="6600" dirty="0"/>
          </a:p>
          <a:p>
            <a:r>
              <a:rPr lang="en-IN" sz="6600" dirty="0"/>
              <a:t>          THANK YOU…..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56459-DB92-54A0-AF64-5BFBC68B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taurant Pitch Deck_TM16411246_Win32_JC_v4.potx" id="{579F7F05-5F3A-44F6-BAD8-A9CB3AB382EA}" vid="{1F780C43-0257-417B-AF27-9B769DABFA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CF18AE-D61A-46A3-9130-AB96E808872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Restaurant pitch deck</Template>
  <TotalTime>105</TotalTime>
  <Words>793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Avenir Next LT Pro</vt:lpstr>
      <vt:lpstr>Calibri</vt:lpstr>
      <vt:lpstr>Courier New</vt:lpstr>
      <vt:lpstr>Kunstler Script</vt:lpstr>
      <vt:lpstr>Wingdings</vt:lpstr>
      <vt:lpstr>Office Theme</vt:lpstr>
      <vt:lpstr>Neuro Fleet X –AI Powered Fleet Management System</vt:lpstr>
      <vt:lpstr>Project: Neuro Fleet X – AI Powered Urban Fleet &amp; Traffic Intelligence</vt:lpstr>
      <vt:lpstr>Project: Neuro Fleet X – AI Powered Urban Fleet &amp; Traffic Intelligence</vt:lpstr>
      <vt:lpstr>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Narmadha Loganathan</dc:creator>
  <cp:lastModifiedBy>Narmadha Loganathan</cp:lastModifiedBy>
  <cp:revision>3</cp:revision>
  <dcterms:created xsi:type="dcterms:W3CDTF">2025-11-27T11:47:14Z</dcterms:created>
  <dcterms:modified xsi:type="dcterms:W3CDTF">2025-11-30T14:07:21Z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