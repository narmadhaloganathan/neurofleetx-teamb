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4" r:id="rId6"/>
    <p:sldId id="267" r:id="rId7"/>
    <p:sldId id="266" r:id="rId8"/>
    <p:sldId id="270" r:id="rId9"/>
    <p:sldId id="269" r:id="rId10"/>
    <p:sldId id="271" r:id="rId11"/>
    <p:sldId id="27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79" autoAdjust="0"/>
    <p:restoredTop sz="94605" autoAdjust="0"/>
  </p:normalViewPr>
  <p:slideViewPr>
    <p:cSldViewPr snapToGrid="0">
      <p:cViewPr varScale="1">
        <p:scale>
          <a:sx n="78" d="100"/>
          <a:sy n="78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3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F105-A33F-9425-A97D-FBD75D41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F73FE-66FE-FEB4-0B23-752EA0316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23219-A704-CEA6-92E1-0B1DCB505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40F9D-5C44-41F5-BF16-EDE281CB8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052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CE98-2361-CCC3-0123-266C33AA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41CFA-2BC3-0CC3-CD0E-64155EF54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5C799-392A-23F0-333E-A48C4A7B8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A1044-F102-319B-699B-0D5E22FF3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82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6381-974A-F75F-0527-17ED9A57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DD61C-C196-2A30-525C-7DD4E307B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19686-7789-E55F-115A-17F4604F7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0E547-86D0-B418-1908-EB8A106E1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0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70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3C7ED6A-DE7F-4002-9699-B659DE551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499" y="1663700"/>
            <a:ext cx="6451177" cy="205739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Neuro Fleet X –AI</a:t>
            </a:r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Algerian" panose="04020705040A02060702" pitchFamily="82" charset="0"/>
              </a:rPr>
              <a:t>Powered Fleet Management System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1910" y="4279900"/>
            <a:ext cx="2526030" cy="11048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GANESH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00000"/>
                </a:solidFill>
              </a:rPr>
              <a:t>-TEAM B</a:t>
            </a:r>
          </a:p>
        </p:txBody>
      </p:sp>
      <p:pic>
        <p:nvPicPr>
          <p:cNvPr id="1026" name="Picture 2" descr="IoT in Traffic Monitoring: Use Cases, Advantages, Features &amp; More">
            <a:extLst>
              <a:ext uri="{FF2B5EF4-FFF2-40B4-BE49-F238E27FC236}">
                <a16:creationId xmlns:a16="http://schemas.microsoft.com/office/drawing/2014/main" id="{D3D4347F-724E-3EB0-F0AC-0D1690B5A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960" y="-3"/>
            <a:ext cx="491604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" y="189796"/>
            <a:ext cx="11660505" cy="1046011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Neuro Fleet X –AI Powered Fleet Management   System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AA328-50CC-0421-1A4E-8B5E000DCB45}"/>
              </a:ext>
            </a:extLst>
          </p:cNvPr>
          <p:cNvSpPr txBox="1">
            <a:spLocks/>
          </p:cNvSpPr>
          <p:nvPr/>
        </p:nvSpPr>
        <p:spPr>
          <a:xfrm>
            <a:off x="354330" y="3806190"/>
            <a:ext cx="11243310" cy="2339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9F5D625-30F1-D55C-7133-A9CFC5FC5C78}"/>
              </a:ext>
            </a:extLst>
          </p:cNvPr>
          <p:cNvSpPr txBox="1">
            <a:spLocks/>
          </p:cNvSpPr>
          <p:nvPr/>
        </p:nvSpPr>
        <p:spPr>
          <a:xfrm>
            <a:off x="287655" y="1563135"/>
            <a:ext cx="11550015" cy="4486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u="sng" cap="none" dirty="0"/>
              <a:t>PROBLEM STATEMENT</a:t>
            </a:r>
          </a:p>
          <a:p>
            <a:pPr algn="l"/>
            <a:r>
              <a:rPr lang="en-IN" sz="3200" cap="none" dirty="0"/>
              <a:t>    </a:t>
            </a:r>
            <a:r>
              <a:rPr lang="en-US" sz="2800" cap="none" dirty="0"/>
              <a:t>Traffic is becoming hard to control. We need an AI system that shows live traffic, predicts congestion, detects risk zones, and gives the best route for vehicles.</a:t>
            </a:r>
          </a:p>
          <a:p>
            <a:pPr algn="l"/>
            <a:endParaRPr lang="en-US" sz="2800" dirty="0"/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Analyze traffic conditions continuously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Detect congestion before it becomes severe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Identify and highlight dangerous or high-density zones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Optimize travel routes for vehicles (human + autonomous)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Help traffic authorities (managers) monitor and update traffic data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200" cap="none" dirty="0"/>
              <a:t>Allow admins to manage system operations effortlessly</a:t>
            </a:r>
          </a:p>
          <a:p>
            <a:pPr algn="l"/>
            <a:endParaRPr 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202640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grated traffic management system at ...">
            <a:extLst>
              <a:ext uri="{FF2B5EF4-FFF2-40B4-BE49-F238E27FC236}">
                <a16:creationId xmlns:a16="http://schemas.microsoft.com/office/drawing/2014/main" id="{670F8910-4B49-62A5-C192-8CAFFFB27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010" y="1771650"/>
            <a:ext cx="4595564" cy="377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CBE0C-C0F5-67C6-4EA6-B0177D55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2" y="369570"/>
            <a:ext cx="6024236" cy="1162050"/>
          </a:xfrm>
        </p:spPr>
        <p:txBody>
          <a:bodyPr/>
          <a:lstStyle/>
          <a:p>
            <a:r>
              <a:rPr lang="en-IN" dirty="0"/>
              <a:t>Neuro Fleet X –AI Powered Fleet Management   System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EA79B-78B0-ECD0-FBD7-772418E88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748" y="2204271"/>
            <a:ext cx="6024236" cy="3466922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</a:t>
            </a:r>
          </a:p>
          <a:p>
            <a:pPr algn="l"/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system brings all features into one platform with three main users:</a:t>
            </a:r>
          </a:p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Controls the entire system</a:t>
            </a:r>
          </a:p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Monitors and manages traffic</a:t>
            </a:r>
          </a:p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Uses the route and traffic services</a:t>
            </a:r>
          </a:p>
          <a:p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26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5D2FC-EE8B-97E0-EFCE-3D447F44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910" y="600075"/>
            <a:ext cx="11278226" cy="933450"/>
          </a:xfrm>
        </p:spPr>
        <p:txBody>
          <a:bodyPr>
            <a:normAutofit fontScale="90000"/>
          </a:bodyPr>
          <a:lstStyle/>
          <a:p>
            <a:r>
              <a:rPr lang="en-IN" dirty="0"/>
              <a:t>Neuro Fleet X –AI Powered Fleet Management  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C251C-CE48-D5A1-B948-1648455A9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303" y="2078962"/>
            <a:ext cx="3298976" cy="576262"/>
          </a:xfrm>
        </p:spPr>
        <p:txBody>
          <a:bodyPr/>
          <a:lstStyle/>
          <a:p>
            <a:r>
              <a:rPr lang="en-IN" dirty="0"/>
              <a:t> ADMIN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B28EE-1FDA-84C2-007F-25B747A60D14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48303" y="2778854"/>
            <a:ext cx="3298976" cy="2847845"/>
          </a:xfrm>
        </p:spPr>
        <p:txBody>
          <a:bodyPr>
            <a:normAutofit/>
          </a:bodyPr>
          <a:lstStyle/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Controls the entire platform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Adds managers and vehicles (human or autonomous)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Views all city vehicle movement (live map)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Monitors congestion, risk zones, and alerts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Uses AI reports to make decisions</a:t>
            </a:r>
          </a:p>
          <a:p>
            <a:endParaRPr lang="en-I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18005-805E-ABF4-99FD-FE73DEC81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175878" y="2078962"/>
            <a:ext cx="3291521" cy="576262"/>
          </a:xfrm>
        </p:spPr>
        <p:txBody>
          <a:bodyPr/>
          <a:lstStyle/>
          <a:p>
            <a:r>
              <a:rPr lang="en-IN" dirty="0"/>
              <a:t>MANAGER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6F2DBD-6371-93E4-3D3F-DA416E6B8029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1347" y="2762699"/>
            <a:ext cx="3303351" cy="2847845"/>
          </a:xfrm>
        </p:spPr>
        <p:txBody>
          <a:bodyPr>
            <a:normAutofit/>
          </a:bodyPr>
          <a:lstStyle/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Monitors traffic flow in different areas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Updates traffic density (for humans driving in crowded areas)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Verifies AI predictions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Checks vehicle statuses (both human + autonomous)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Manages risk zones and congestion alerts</a:t>
            </a:r>
          </a:p>
          <a:p>
            <a:endParaRPr lang="en-IN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82ADCB-215F-8AFA-42BF-180DE30D1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5310" y="2078962"/>
            <a:ext cx="3304928" cy="576262"/>
          </a:xfrm>
        </p:spPr>
        <p:txBody>
          <a:bodyPr/>
          <a:lstStyle/>
          <a:p>
            <a:r>
              <a:rPr lang="en-IN" dirty="0"/>
              <a:t>DRIVER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92E764F-BB42-7CCD-2DC5-3CA27549EF1B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238766" y="2778854"/>
            <a:ext cx="3304928" cy="2847845"/>
          </a:xfrm>
        </p:spPr>
        <p:txBody>
          <a:bodyPr>
            <a:normAutofit/>
          </a:bodyPr>
          <a:lstStyle/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Enters </a:t>
            </a:r>
            <a:r>
              <a:rPr lang="en-US" altLang="en-US" sz="1600" b="1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Source → Destination</a:t>
            </a:r>
            <a:endParaRPr lang="en-US" altLang="en-US" sz="1600" cap="none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Receives optimized AI route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Views traffic alerts and risk zone warnings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Updates GPS location</a:t>
            </a:r>
          </a:p>
          <a:p>
            <a:pPr marL="285750" lvl="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600" cap="none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Checks vehicle health and performance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0277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F2A6F-F725-F0B8-DE1F-A56F0277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C33EAD-50F5-F6BD-5187-E8C92EF12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5BE1348-5323-56AD-9CFE-16B9FA421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E182030-76F1-29BD-4967-A2D10E354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96F6ED-FAA8-5AD4-A0B6-CB925D13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998F81-FCF1-7CC2-C9A7-CC1D306A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810" y="996541"/>
            <a:ext cx="6280604" cy="1207320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latin typeface="Algerian" panose="04020705040A02060702" pitchFamily="82" charset="0"/>
              </a:rPr>
              <a:t>Neuro Fleet X –AI Powered Fleet Management System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BD7B75-1768-A7C7-4DB6-01DD56C94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341" y="2432460"/>
            <a:ext cx="6714562" cy="4184650"/>
          </a:xfrm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Workflow :</a:t>
            </a:r>
            <a:endParaRPr lang="en-US" sz="1400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(human or autonomous) enters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Destination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checks: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density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speed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 conditions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zones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suggests the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 safest route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Manager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monitors traffic and updates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data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oversees the entire system through a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dashboard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continually updates predictions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keep routes safe and efficient.</a:t>
            </a:r>
          </a:p>
          <a:p>
            <a:pPr algn="l"/>
            <a:endParaRPr lang="en-IN" sz="1400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462E473-313C-D071-AF7A-7F8A7FA4F0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189703"/>
            <a:ext cx="2391697" cy="239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CB0CF4-DF57-F6FC-ED78-8A682FDCC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224" y="79287"/>
            <a:ext cx="4519142" cy="677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34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CBEBD-08D1-65CE-991B-60E8E19BB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9716EB3-B6BA-49BE-14AD-8B770C35E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4B605D6-526D-EEBC-A0BB-C96F96939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065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C82A7B8-2517-4B2C-1A45-984D2387D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69CA7B-ABCE-FDF8-7E3A-E405D8C0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084" y="442453"/>
            <a:ext cx="3677264" cy="5456902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3200" dirty="0"/>
              <a:t>Neuro Fleet X –AI Powered Fleet Management   System</a:t>
            </a:r>
            <a:endParaRPr lang="en-U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49B171-6F6B-EAAE-2147-4D1C75509747}"/>
              </a:ext>
            </a:extLst>
          </p:cNvPr>
          <p:cNvSpPr txBox="1">
            <a:spLocks/>
          </p:cNvSpPr>
          <p:nvPr/>
        </p:nvSpPr>
        <p:spPr>
          <a:xfrm>
            <a:off x="275302" y="442453"/>
            <a:ext cx="7482349" cy="583052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Responsibilities in the Project,</a:t>
            </a:r>
          </a:p>
          <a:p>
            <a:pPr algn="l"/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 Module</a:t>
            </a:r>
          </a:p>
          <a:p>
            <a:pPr algn="l"/>
            <a:endParaRPr lang="en-US" sz="1800" b="1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and registration pages</a:t>
            </a:r>
            <a:endParaRPr lang="en-US" sz="18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Secured user access using </a:t>
            </a:r>
            <a:r>
              <a:rPr lang="en-US" sz="1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authentication</a:t>
            </a:r>
            <a:r>
              <a:rPr lang="en-US" sz="18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all roles</a:t>
            </a:r>
          </a:p>
          <a:p>
            <a:pPr algn="l"/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Module Responsibilities:</a:t>
            </a:r>
          </a:p>
          <a:p>
            <a:pPr algn="l"/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1.Create User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and managed user accounts for Admins and Managers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Assigned roles and controlled system access</a:t>
            </a: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2.Manage Drivers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Added, updated, and maintained driver details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Ensured proper driver assignment and record management</a:t>
            </a: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3.AI Tools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AI-assisted features such as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suggestions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Supported traffic-aware decision-making</a:t>
            </a:r>
          </a:p>
          <a:p>
            <a:pPr algn="l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4.AI Analytics (Backend)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backend logic to analyze traffic congestion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Identified and categorized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zones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Provided analytics data for dashboard visualization</a:t>
            </a:r>
          </a:p>
          <a:p>
            <a:pPr algn="l"/>
            <a:endParaRPr lang="en-US" sz="1400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701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2FAB7-A796-4727-3684-DE144D93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3837859-CD7E-EA0C-A541-AD162B8E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DE5FC8F-0AA2-D2C6-BFA9-66FCBB341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065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65684C9-B935-9635-98E9-79B3EE04E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4B430-D004-6EA0-CF58-81D461C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9768" y="442453"/>
            <a:ext cx="3893574" cy="5466734"/>
          </a:xfrm>
          <a:noFill/>
        </p:spPr>
        <p:txBody>
          <a:bodyPr>
            <a:normAutofit/>
          </a:bodyPr>
          <a:lstStyle/>
          <a:p>
            <a:pPr algn="l"/>
            <a:r>
              <a:rPr lang="en-IN" dirty="0"/>
              <a:t>Neuro Fleet X –AI Powered Fleet Management   System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7C5473-BEF9-B510-0BD9-FA9CD8061F7E}"/>
              </a:ext>
            </a:extLst>
          </p:cNvPr>
          <p:cNvSpPr txBox="1">
            <a:spLocks/>
          </p:cNvSpPr>
          <p:nvPr/>
        </p:nvSpPr>
        <p:spPr>
          <a:xfrm>
            <a:off x="275302" y="442453"/>
            <a:ext cx="7482349" cy="583052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Module Responsibilities:</a:t>
            </a:r>
          </a:p>
          <a:p>
            <a:pPr algn="l"/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1.Traffic Analysis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Displayed traffic conditions and congestion levels for drivers</a:t>
            </a:r>
          </a:p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2.Vehicle Status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Showed vehicle health and status information</a:t>
            </a:r>
          </a:p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3.My Alerts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alert notifications for traffic and safety events</a:t>
            </a:r>
          </a:p>
          <a:p>
            <a:pPr algn="l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4.Chatbot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a chatbot to assist drivers with basic queries and guidance</a:t>
            </a:r>
          </a:p>
        </p:txBody>
      </p:sp>
    </p:spTree>
    <p:extLst>
      <p:ext uri="{BB962C8B-B14F-4D97-AF65-F5344CB8AC3E}">
        <p14:creationId xmlns:p14="http://schemas.microsoft.com/office/powerpoint/2010/main" val="551942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C656-C406-0009-4C8D-7D46078F6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451" y="668593"/>
            <a:ext cx="8689976" cy="874601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E020D-DD94-1845-7F3C-FBE05D58B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760" y="2084440"/>
            <a:ext cx="10658168" cy="422787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NeuroFleetX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successfully demonstrates a smart, AI-assisted fleet and traffic management system.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integrates secure authentication, role-based dashboards, vehicle and driver management, alerts, and traffic analytics into a single platform.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features like traffic analysis, risk zone identification, AI-based route suggestions, and real-time alerts, the system improves visibility and decision-making for administrators, managers, and drivers.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provides a strong foundation for future enhancements using advanced AI and machine learning for smarter urban traffic management.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I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37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B87F-14B7-E196-063F-B9224A39C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098" y="2260505"/>
            <a:ext cx="10364451" cy="159617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3745498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C9275B-1E7E-409A-9467-302622C468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BA7D41-7EBD-45D7-AFB8-22EF4BFA6BA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8E52988-C458-4121-9BF8-864CDB291D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Laboratory design</Template>
  <TotalTime>62</TotalTime>
  <Words>599</Words>
  <Application>Microsoft Office PowerPoint</Application>
  <PresentationFormat>Widescreen</PresentationFormat>
  <Paragraphs>96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Arial</vt:lpstr>
      <vt:lpstr>Calibri</vt:lpstr>
      <vt:lpstr>Tw Cen MT</vt:lpstr>
      <vt:lpstr>Wingdings</vt:lpstr>
      <vt:lpstr>Droplet</vt:lpstr>
      <vt:lpstr>Neuro Fleet X –AI Powered Fleet Management System</vt:lpstr>
      <vt:lpstr>Neuro Fleet X –AI Powered Fleet Management   System</vt:lpstr>
      <vt:lpstr>Neuro Fleet X –AI Powered Fleet Management   System</vt:lpstr>
      <vt:lpstr>Neuro Fleet X –AI Powered Fleet Management   System</vt:lpstr>
      <vt:lpstr>Neuro Fleet X –AI Powered Fleet Management System</vt:lpstr>
      <vt:lpstr>Neuro Fleet X –AI Powered Fleet Management   System</vt:lpstr>
      <vt:lpstr>Neuro Fleet X –AI Powered Fleet Management   System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Narmadha Loganathan</dc:creator>
  <cp:lastModifiedBy>Narmadha Loganathan</cp:lastModifiedBy>
  <cp:revision>2</cp:revision>
  <dcterms:created xsi:type="dcterms:W3CDTF">2025-11-30T14:08:44Z</dcterms:created>
  <dcterms:modified xsi:type="dcterms:W3CDTF">2026-01-05T10:32:11Z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