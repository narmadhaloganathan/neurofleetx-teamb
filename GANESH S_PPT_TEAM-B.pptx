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4" r:id="rId6"/>
    <p:sldId id="267" r:id="rId7"/>
    <p:sldId id="266" r:id="rId8"/>
    <p:sldId id="270" r:id="rId9"/>
    <p:sldId id="259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9" autoAdjust="0"/>
    <p:restoredTop sz="94605" autoAdjust="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F105-A33F-9425-A97D-FBD75D41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F73FE-66FE-FEB4-0B23-752EA0316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23219-A704-CEA6-92E1-0B1DCB505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40F9D-5C44-41F5-BF16-EDE281CB8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052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19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CE98-2361-CCC3-0123-266C33AA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41CFA-2BC3-0CC3-CD0E-64155EF54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5C799-392A-23F0-333E-A48C4A7B8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1044-F102-319B-699B-0D5E22FF3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8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499" y="1663700"/>
            <a:ext cx="6451177" cy="20573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Neuro Fleet X –AI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Powered Fleet Management System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1910" y="4279900"/>
            <a:ext cx="2526030" cy="11048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GANESH 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-TEAM B</a:t>
            </a:r>
          </a:p>
        </p:txBody>
      </p:sp>
      <p:pic>
        <p:nvPicPr>
          <p:cNvPr id="1026" name="Picture 2" descr="IoT in Traffic Monitoring: Use Cases, Advantages, Features &amp; More">
            <a:extLst>
              <a:ext uri="{FF2B5EF4-FFF2-40B4-BE49-F238E27FC236}">
                <a16:creationId xmlns:a16="http://schemas.microsoft.com/office/drawing/2014/main" id="{D3D4347F-724E-3EB0-F0AC-0D1690B5A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960" y="-3"/>
            <a:ext cx="49160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189796"/>
            <a:ext cx="11660505" cy="1046011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Neuro Fleet X –AI Powered Fleet Management   System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AA328-50CC-0421-1A4E-8B5E000DCB45}"/>
              </a:ext>
            </a:extLst>
          </p:cNvPr>
          <p:cNvSpPr txBox="1">
            <a:spLocks/>
          </p:cNvSpPr>
          <p:nvPr/>
        </p:nvSpPr>
        <p:spPr>
          <a:xfrm>
            <a:off x="354330" y="3806190"/>
            <a:ext cx="11243310" cy="2339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9F5D625-30F1-D55C-7133-A9CFC5FC5C78}"/>
              </a:ext>
            </a:extLst>
          </p:cNvPr>
          <p:cNvSpPr txBox="1">
            <a:spLocks/>
          </p:cNvSpPr>
          <p:nvPr/>
        </p:nvSpPr>
        <p:spPr>
          <a:xfrm>
            <a:off x="177165" y="1325880"/>
            <a:ext cx="11550015" cy="4486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u="sng" cap="none" dirty="0"/>
              <a:t>PROBLEM STATEMENT</a:t>
            </a:r>
          </a:p>
          <a:p>
            <a:pPr algn="l"/>
            <a:r>
              <a:rPr lang="en-IN" sz="3200" cap="none" dirty="0"/>
              <a:t>    </a:t>
            </a:r>
            <a:r>
              <a:rPr lang="en-US" sz="2800" cap="none" dirty="0"/>
              <a:t>Traffic is becoming hard to control. We need an AI system that shows live traffic, predicts congestion, detects risk zones, and gives the best route for vehicles.</a:t>
            </a:r>
          </a:p>
          <a:p>
            <a:pPr algn="l"/>
            <a:endParaRPr lang="en-US" sz="2800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Analyze traffic conditions continuously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Detect congestion before it becomes severe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Identify and highlight dangerous or high-density zones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Optimize travel routes for vehicles (human + autonomous)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Help traffic authorities (managers) monitor and update traffic data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Allow admins to manage system operations effortlessly</a:t>
            </a:r>
          </a:p>
          <a:p>
            <a:pPr algn="l"/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grated traffic management system at ...">
            <a:extLst>
              <a:ext uri="{FF2B5EF4-FFF2-40B4-BE49-F238E27FC236}">
                <a16:creationId xmlns:a16="http://schemas.microsoft.com/office/drawing/2014/main" id="{670F8910-4B49-62A5-C192-8CAFFFB2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010" y="1771650"/>
            <a:ext cx="4595564" cy="377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CBE0C-C0F5-67C6-4EA6-B0177D55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2" y="369570"/>
            <a:ext cx="6024236" cy="1162050"/>
          </a:xfrm>
        </p:spPr>
        <p:txBody>
          <a:bodyPr/>
          <a:lstStyle/>
          <a:p>
            <a:r>
              <a:rPr lang="en-IN" dirty="0"/>
              <a:t>Neuro Fleet X –AI Powered Fleet Management  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A79B-78B0-ECD0-FBD7-772418E8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034" y="2080225"/>
            <a:ext cx="5934949" cy="3158347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Our system brings all features into one platform with three main users:</a:t>
            </a:r>
          </a:p>
          <a:p>
            <a:pPr algn="l"/>
            <a:r>
              <a:rPr lang="en-US" sz="2000" b="1" dirty="0"/>
              <a:t>Admin</a:t>
            </a:r>
            <a:r>
              <a:rPr lang="en-US" sz="2000" dirty="0"/>
              <a:t> – Controls the entire system</a:t>
            </a:r>
          </a:p>
          <a:p>
            <a:pPr algn="l"/>
            <a:r>
              <a:rPr lang="en-US" sz="2000" b="1" dirty="0"/>
              <a:t>Manager</a:t>
            </a:r>
            <a:r>
              <a:rPr lang="en-US" sz="2000" dirty="0"/>
              <a:t> – Monitors and manages traffic</a:t>
            </a:r>
          </a:p>
          <a:p>
            <a:pPr algn="l"/>
            <a:r>
              <a:rPr lang="en-US" sz="2000" b="1" dirty="0"/>
              <a:t>Driver</a:t>
            </a:r>
            <a:r>
              <a:rPr lang="en-US" sz="2000" dirty="0"/>
              <a:t> – Uses the route and traffic services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7526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D2FC-EE8B-97E0-EFCE-3D447F44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10" y="600075"/>
            <a:ext cx="11278226" cy="933450"/>
          </a:xfrm>
        </p:spPr>
        <p:txBody>
          <a:bodyPr>
            <a:normAutofit fontScale="90000"/>
          </a:bodyPr>
          <a:lstStyle/>
          <a:p>
            <a:r>
              <a:rPr lang="en-IN" dirty="0"/>
              <a:t>Neuro Fleet X –AI Powered Fleet Management  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C251C-CE48-D5A1-B948-1648455A9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303" y="2078962"/>
            <a:ext cx="3298976" cy="576262"/>
          </a:xfrm>
        </p:spPr>
        <p:txBody>
          <a:bodyPr/>
          <a:lstStyle/>
          <a:p>
            <a:r>
              <a:rPr lang="en-IN" dirty="0"/>
              <a:t> ADMIN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28EE-1FDA-84C2-007F-25B747A60D1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48303" y="2778854"/>
            <a:ext cx="3298976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Controls the entire platform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Adds managers and vehicles (human or autonomous)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Views all city vehicle movement (live map)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Monitors congestion, risk zones, and alerts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Uses AI reports to make decisions</a:t>
            </a:r>
          </a:p>
          <a:p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18005-805E-ABF4-99FD-FE73DEC81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75878" y="2078962"/>
            <a:ext cx="3291521" cy="576262"/>
          </a:xfrm>
        </p:spPr>
        <p:txBody>
          <a:bodyPr/>
          <a:lstStyle/>
          <a:p>
            <a:r>
              <a:rPr lang="en-IN" dirty="0"/>
              <a:t>MANAGER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6F2DBD-6371-93E4-3D3F-DA416E6B8029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347" y="2762699"/>
            <a:ext cx="3303351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Monitors traffic flow in different areas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Updates traffic density (for humans driving in crowded areas)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Verifies AI predictions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Checks vehicle statuses (both human + autonomous)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Manages risk zones and congestion alerts</a:t>
            </a:r>
          </a:p>
          <a:p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82ADCB-215F-8AFA-42BF-180DE30D1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5310" y="2078962"/>
            <a:ext cx="3304928" cy="576262"/>
          </a:xfrm>
        </p:spPr>
        <p:txBody>
          <a:bodyPr/>
          <a:lstStyle/>
          <a:p>
            <a:r>
              <a:rPr lang="en-IN" dirty="0"/>
              <a:t>DRIVER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2E764F-BB42-7CCD-2DC5-3CA27549EF1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238766" y="2778854"/>
            <a:ext cx="3304928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Enters </a:t>
            </a:r>
            <a:r>
              <a:rPr lang="en-US" altLang="en-US" sz="1600" b="1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Source → Destination</a:t>
            </a:r>
            <a:endParaRPr lang="en-US" altLang="en-US" sz="1600" cap="none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Receives optimized AI route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Views traffic alerts and risk zone warnings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Updates GPS location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Checks vehicle health and performance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0277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F2A6F-F725-F0B8-DE1F-A56F0277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C33EAD-50F5-F6BD-5187-E8C92EF12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5BE1348-5323-56AD-9CFE-16B9FA421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182030-76F1-29BD-4967-A2D10E354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96F6ED-FAA8-5AD4-A0B6-CB925D13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998F81-FCF1-7CC2-C9A7-CC1D306A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810" y="996541"/>
            <a:ext cx="6280604" cy="1207320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latin typeface="Algerian" panose="04020705040A02060702" pitchFamily="82" charset="0"/>
              </a:rPr>
              <a:t>Neuro Fleet X –AI Powered Fleet Management System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BD7B75-1768-A7C7-4DB6-01DD56C94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341" y="2432460"/>
            <a:ext cx="6714562" cy="4184650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System Workflow :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Driver (human or autonomous) enters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Start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and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Destination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AI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checks: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Traffic density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Vehicle speed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Road conditions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Risk zones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AI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suggests the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optimized safest route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Manager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monitors traffic and updates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real-time data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Admin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oversees the entire system through a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live dashboard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System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continually updates predictions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to keep routes safe and efficient.</a:t>
            </a:r>
          </a:p>
          <a:p>
            <a:pPr algn="l"/>
            <a:endParaRPr lang="en-I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462E473-313C-D071-AF7A-7F8A7FA4F0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189703"/>
            <a:ext cx="2391697" cy="239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CB0CF4-DF57-F6FC-ED78-8A682FDCC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224" y="79287"/>
            <a:ext cx="4519142" cy="67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3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084" y="442453"/>
            <a:ext cx="3539613" cy="5466734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4000" dirty="0"/>
              <a:t>Neuro Fleet X –AI Powered Fleet Management   System</a:t>
            </a:r>
            <a:endParaRPr lang="en-US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B2424E-7C05-E0F5-1621-E726E17A63E4}"/>
              </a:ext>
            </a:extLst>
          </p:cNvPr>
          <p:cNvSpPr txBox="1">
            <a:spLocks/>
          </p:cNvSpPr>
          <p:nvPr/>
        </p:nvSpPr>
        <p:spPr>
          <a:xfrm>
            <a:off x="607968" y="639097"/>
            <a:ext cx="6569580" cy="54962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b="1" u="sng" cap="none" dirty="0">
                <a:solidFill>
                  <a:srgbClr val="C00000"/>
                </a:solidFill>
              </a:rPr>
              <a:t>ADMIN ROLE (system owner)</a:t>
            </a:r>
          </a:p>
          <a:p>
            <a:pPr algn="l"/>
            <a:endParaRPr lang="en-IN" sz="4000" b="1" u="sng" cap="none" dirty="0">
              <a:solidFill>
                <a:srgbClr val="C00000"/>
              </a:solidFill>
            </a:endParaRPr>
          </a:p>
          <a:p>
            <a:pPr algn="l"/>
            <a:r>
              <a:rPr lang="en-IN" sz="4000" b="1" cap="none" dirty="0"/>
              <a:t>1. Secure login</a:t>
            </a:r>
            <a:endParaRPr lang="en-IN" sz="4000" cap="none" dirty="0"/>
          </a:p>
          <a:p>
            <a:pPr algn="l"/>
            <a:r>
              <a:rPr lang="en-IN" sz="4000" cap="none" dirty="0"/>
              <a:t>Admin logs in using authentication.</a:t>
            </a:r>
          </a:p>
          <a:p>
            <a:pPr algn="l"/>
            <a:endParaRPr lang="en-IN" sz="4000" cap="none" dirty="0"/>
          </a:p>
          <a:p>
            <a:pPr algn="l"/>
            <a:r>
              <a:rPr lang="en-IN" sz="4000" b="1" cap="none" dirty="0"/>
              <a:t>2. Dashboard overview</a:t>
            </a:r>
            <a:endParaRPr lang="en-IN" sz="4000" cap="none" dirty="0"/>
          </a:p>
          <a:p>
            <a:pPr algn="l"/>
            <a:r>
              <a:rPr lang="en-IN" sz="4000" cap="none" dirty="0"/>
              <a:t>View total vehicles (human + autonomous)</a:t>
            </a:r>
          </a:p>
          <a:p>
            <a:pPr algn="l"/>
            <a:r>
              <a:rPr lang="en-IN" sz="4000" cap="none" dirty="0"/>
              <a:t>Monitor traffic status</a:t>
            </a:r>
          </a:p>
          <a:p>
            <a:pPr algn="l"/>
            <a:r>
              <a:rPr lang="en-IN" sz="4000" cap="none" dirty="0"/>
              <a:t>Identify live risk zones and congestion heatmaps</a:t>
            </a:r>
          </a:p>
          <a:p>
            <a:pPr algn="l"/>
            <a:endParaRPr lang="en-IN" sz="4000" cap="none" dirty="0"/>
          </a:p>
          <a:p>
            <a:pPr algn="l"/>
            <a:r>
              <a:rPr lang="en-IN" sz="4000" b="1" cap="none" dirty="0"/>
              <a:t>3. Vehicle management</a:t>
            </a:r>
            <a:endParaRPr lang="en-IN" sz="4000" cap="none" dirty="0"/>
          </a:p>
          <a:p>
            <a:pPr algn="l"/>
            <a:r>
              <a:rPr lang="en-IN" sz="4000" cap="none" dirty="0"/>
              <a:t>Add, edit, or delete vehicle records</a:t>
            </a:r>
          </a:p>
          <a:p>
            <a:pPr algn="l"/>
            <a:r>
              <a:rPr lang="en-IN" sz="4000" cap="none" dirty="0"/>
              <a:t>Track fuel level, status, and assignment</a:t>
            </a:r>
          </a:p>
          <a:p>
            <a:pPr algn="l"/>
            <a:endParaRPr lang="en-IN" sz="4000" cap="none" dirty="0"/>
          </a:p>
          <a:p>
            <a:pPr algn="l"/>
            <a:r>
              <a:rPr lang="en-IN" sz="4000" b="1" cap="none" dirty="0"/>
              <a:t>4. User management</a:t>
            </a:r>
            <a:endParaRPr lang="en-IN" sz="4000" cap="none" dirty="0"/>
          </a:p>
          <a:p>
            <a:pPr algn="l"/>
            <a:r>
              <a:rPr lang="en-IN" sz="4000" cap="none" dirty="0"/>
              <a:t>Create and manage manager and driver accounts</a:t>
            </a:r>
          </a:p>
          <a:p>
            <a:pPr algn="l"/>
            <a:endParaRPr lang="en-IN" sz="4000" cap="none" dirty="0"/>
          </a:p>
          <a:p>
            <a:pPr algn="l"/>
            <a:r>
              <a:rPr lang="en-IN" sz="4000" b="1" cap="none" dirty="0"/>
              <a:t>5. AI monitoring tools</a:t>
            </a:r>
            <a:endParaRPr lang="en-IN" sz="4000" cap="none" dirty="0"/>
          </a:p>
          <a:p>
            <a:pPr algn="l"/>
            <a:r>
              <a:rPr lang="en-IN" sz="4000" cap="none" dirty="0"/>
              <a:t>Congestion prediction</a:t>
            </a:r>
          </a:p>
          <a:p>
            <a:pPr algn="l"/>
            <a:r>
              <a:rPr lang="en-IN" sz="4000" cap="none" dirty="0"/>
              <a:t>Risk zone detection</a:t>
            </a:r>
          </a:p>
          <a:p>
            <a:pPr algn="l"/>
            <a:r>
              <a:rPr lang="en-IN" sz="4000" cap="none" dirty="0"/>
              <a:t>Intelligent route insights and analytics</a:t>
            </a:r>
          </a:p>
        </p:txBody>
      </p:sp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CBEBD-08D1-65CE-991B-60E8E19B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9716EB3-B6BA-49BE-14AD-8B770C35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4B605D6-526D-EEBC-A0BB-C96F96939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C82A7B8-2517-4B2C-1A45-984D2387D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69CA7B-ABCE-FDF8-7E3A-E405D8C0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084" y="442453"/>
            <a:ext cx="3539613" cy="5466734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4000" dirty="0"/>
              <a:t>Neuro Fleet X –AI Powered Fleet Management   System</a:t>
            </a:r>
            <a:endParaRPr lang="en-US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49B171-6F6B-EAAE-2147-4D1C75509747}"/>
              </a:ext>
            </a:extLst>
          </p:cNvPr>
          <p:cNvSpPr txBox="1">
            <a:spLocks/>
          </p:cNvSpPr>
          <p:nvPr/>
        </p:nvSpPr>
        <p:spPr>
          <a:xfrm>
            <a:off x="673864" y="595729"/>
            <a:ext cx="6457511" cy="49965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responsibilities in the admin module include:</a:t>
            </a:r>
          </a:p>
          <a:p>
            <a:pPr algn="l"/>
            <a:endParaRPr lang="en-US" sz="28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functionality:</a:t>
            </a:r>
            <a:r>
              <a:rPr lang="en-US" sz="2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secure admin login using JWT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users:</a:t>
            </a:r>
            <a:r>
              <a:rPr lang="en-US" sz="2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adding and updating managers and drivers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insights:</a:t>
            </a:r>
            <a:r>
              <a:rPr lang="en-US" sz="2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displaying congestion levels, identifying risk zones, and showing ai-recommended routes</a:t>
            </a:r>
          </a:p>
        </p:txBody>
      </p:sp>
    </p:spTree>
    <p:extLst>
      <p:ext uri="{BB962C8B-B14F-4D97-AF65-F5344CB8AC3E}">
        <p14:creationId xmlns:p14="http://schemas.microsoft.com/office/powerpoint/2010/main" val="83870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B87F-14B7-E196-063F-B9224A39C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098" y="2260505"/>
            <a:ext cx="10364451" cy="159617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745498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design</Template>
  <TotalTime>46</TotalTime>
  <Words>472</Words>
  <Application>Microsoft Office PowerPoint</Application>
  <PresentationFormat>Widescreen</PresentationFormat>
  <Paragraphs>83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Tw Cen MT</vt:lpstr>
      <vt:lpstr>Wingdings</vt:lpstr>
      <vt:lpstr>Droplet</vt:lpstr>
      <vt:lpstr>Neuro Fleet X –AI Powered Fleet Management System</vt:lpstr>
      <vt:lpstr>Neuro Fleet X –AI Powered Fleet Management   System</vt:lpstr>
      <vt:lpstr>Neuro Fleet X –AI Powered Fleet Management   System</vt:lpstr>
      <vt:lpstr>Neuro Fleet X –AI Powered Fleet Management   System</vt:lpstr>
      <vt:lpstr>Neuro Fleet X –AI Powered Fleet Management System</vt:lpstr>
      <vt:lpstr>Neuro Fleet X –AI Powered Fleet Management   System</vt:lpstr>
      <vt:lpstr>Neuro Fleet X –AI Powered Fleet Management   System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Narmadha Loganathan</dc:creator>
  <cp:lastModifiedBy>GANESH S</cp:lastModifiedBy>
  <cp:revision>2</cp:revision>
  <dcterms:created xsi:type="dcterms:W3CDTF">2025-11-30T14:08:44Z</dcterms:created>
  <dcterms:modified xsi:type="dcterms:W3CDTF">2025-12-01T11:39:35Z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