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bril Fatface" charset="1" panose="02000503000000020003"/>
      <p:regular r:id="rId13"/>
    </p:embeddedFont>
    <p:embeddedFont>
      <p:font typeface="Merriweather" charset="1" panose="00000500000000000000"/>
      <p:regular r:id="rId14"/>
    </p:embeddedFont>
    <p:embeddedFont>
      <p:font typeface="Merriweather Bold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664294" y="2906886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9284" y="536638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5269321" y="7123585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925742" y="9493834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44934" y="732646"/>
            <a:ext cx="2767824" cy="2737630"/>
          </a:xfrm>
          <a:custGeom>
            <a:avLst/>
            <a:gdLst/>
            <a:ahLst/>
            <a:cxnLst/>
            <a:rect r="r" b="b" t="t" l="l"/>
            <a:pathLst>
              <a:path h="2737630" w="2767824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644447" y="7027759"/>
            <a:ext cx="2753631" cy="2723591"/>
          </a:xfrm>
          <a:custGeom>
            <a:avLst/>
            <a:gdLst/>
            <a:ahLst/>
            <a:cxnLst/>
            <a:rect r="r" b="b" t="t" l="l"/>
            <a:pathLst>
              <a:path h="2723591" w="2753631">
                <a:moveTo>
                  <a:pt x="0" y="0"/>
                </a:moveTo>
                <a:lnTo>
                  <a:pt x="2753630" y="0"/>
                </a:lnTo>
                <a:lnTo>
                  <a:pt x="2753630" y="2723591"/>
                </a:lnTo>
                <a:lnTo>
                  <a:pt x="0" y="2723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06639" y="2414748"/>
            <a:ext cx="14674723" cy="494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60"/>
              </a:lnSpc>
            </a:pPr>
            <a:r>
              <a:rPr lang="en-US" sz="94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NeuroFleetX:</a:t>
            </a:r>
          </a:p>
          <a:p>
            <a:pPr algn="ctr">
              <a:lnSpc>
                <a:spcPts val="13160"/>
              </a:lnSpc>
              <a:spcBef>
                <a:spcPct val="0"/>
              </a:spcBef>
            </a:pPr>
            <a:r>
              <a:rPr lang="en-US" sz="94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AI Powered Urban Fleet &amp; Traffic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89240" y="8118217"/>
            <a:ext cx="8970060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by Chitta Gayatri Ritika Sri</a:t>
            </a:r>
          </a:p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Team 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76287" y="550875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5705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1294784" y="7594275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54979" y="536003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2626322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52067" y="3473394"/>
            <a:ext cx="6420027" cy="5384150"/>
          </a:xfrm>
          <a:custGeom>
            <a:avLst/>
            <a:gdLst/>
            <a:ahLst/>
            <a:cxnLst/>
            <a:rect r="r" b="b" t="t" l="l"/>
            <a:pathLst>
              <a:path h="5384150" w="6420027">
                <a:moveTo>
                  <a:pt x="0" y="0"/>
                </a:moveTo>
                <a:lnTo>
                  <a:pt x="6420027" y="0"/>
                </a:lnTo>
                <a:lnTo>
                  <a:pt x="6420027" y="5384150"/>
                </a:lnTo>
                <a:lnTo>
                  <a:pt x="0" y="5384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52197" y="1215125"/>
            <a:ext cx="10383605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Project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9669" y="3416244"/>
            <a:ext cx="9018841" cy="55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0"/>
              </a:lnSpc>
            </a:pPr>
            <a:r>
              <a:rPr lang="en-US" sz="2843" b="true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AI Powered Urban Fleet &amp; Traffic Intelligence</a:t>
            </a:r>
          </a:p>
          <a:p>
            <a:pPr algn="l">
              <a:lnSpc>
                <a:spcPts val="3980"/>
              </a:lnSpc>
            </a:pPr>
            <a:r>
              <a:rPr lang="en-US" sz="2843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A full-stack, AI driven ecosystem designed to revolutionize how urban fleets operate, By leveraging real time data and predictable models, NeuroFleetX transforms raw metrics into actionable intelligence</a:t>
            </a:r>
          </a:p>
          <a:p>
            <a:pPr algn="l">
              <a:lnSpc>
                <a:spcPts val="3980"/>
              </a:lnSpc>
            </a:pPr>
          </a:p>
          <a:p>
            <a:pPr algn="l" marL="613809" indent="-306905" lvl="1">
              <a:lnSpc>
                <a:spcPts val="3980"/>
              </a:lnSpc>
              <a:buFont typeface="Arial"/>
              <a:buChar char="•"/>
            </a:pPr>
            <a:r>
              <a:rPr lang="en-US" b="true" sz="2843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Optimizes: </a:t>
            </a:r>
            <a:r>
              <a:rPr lang="en-US" sz="2843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Operations, Traffic monitoring, Risk detection</a:t>
            </a:r>
          </a:p>
          <a:p>
            <a:pPr algn="l" marL="613809" indent="-306905" lvl="1">
              <a:lnSpc>
                <a:spcPts val="3980"/>
              </a:lnSpc>
              <a:buFont typeface="Arial"/>
              <a:buChar char="•"/>
            </a:pPr>
            <a:r>
              <a:rPr lang="en-US" b="true" sz="2843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Key Users: </a:t>
            </a:r>
            <a:r>
              <a:rPr lang="en-US" sz="2843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Admin, Fleet Manager, Driver</a:t>
            </a:r>
          </a:p>
          <a:p>
            <a:pPr algn="l" marL="613809" indent="-306905" lvl="1">
              <a:lnSpc>
                <a:spcPts val="3980"/>
              </a:lnSpc>
              <a:buFont typeface="Arial"/>
              <a:buChar char="•"/>
            </a:pPr>
            <a:r>
              <a:rPr lang="en-US" b="true" sz="2843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Core Value: </a:t>
            </a:r>
            <a:r>
              <a:rPr lang="en-US" sz="2843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Real time data + AL Predictions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76287" y="550875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5705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1294784" y="7594275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54979" y="536003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52197" y="1443725"/>
            <a:ext cx="10383605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Fleet Manager Module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3464" y="5347055"/>
            <a:ext cx="4787530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Gain complete visibility with live fleet status tracking, real-time traffic congestion heatmaps, and identification of risk-prone locations instantly.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50235" y="5347055"/>
            <a:ext cx="4787530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Deep dive into critical alerts,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monitor fuel efficiency across the fleet, and predict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maintenance needs before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breakdowns occur.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18815" y="5347055"/>
            <a:ext cx="4787530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Make informed decisions to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enhance safety protocols,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optimize route planning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dynamically, and execute traffic control measures.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2775" y="3550965"/>
            <a:ext cx="488890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Monitor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99546" y="3550965"/>
            <a:ext cx="488890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Analyze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68126" y="3550965"/>
            <a:ext cx="488890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Decide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0800000">
            <a:off x="12654897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76287" y="550875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5705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1294784" y="7594275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54979" y="536003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01595" y="1430740"/>
            <a:ext cx="13084810" cy="130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  <a:spcBef>
                <a:spcPct val="0"/>
              </a:spcBef>
            </a:pPr>
            <a:r>
              <a:rPr lang="en-US" sz="77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My Role: Manager Frontend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1595" y="3529080"/>
            <a:ext cx="6600751" cy="201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b="true" sz="3099" u="sng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Designing UI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Crafted the intuitive Fleet Manager Interface for optimal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user experience.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12626322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89677" y="3529080"/>
            <a:ext cx="6600751" cy="201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u="sng" b="true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Developing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Built the Manager dashboard, fleet overview screens, and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traffic management controls.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43249" y="6045034"/>
            <a:ext cx="6600751" cy="151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u="sng" b="true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Integrating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Connected frontend with Spring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Boot APIs for seamless </a:t>
            </a: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data</a:t>
            </a: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flow.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89677" y="6045034"/>
            <a:ext cx="6600751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 b="true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Implementing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Enabled real-time updates, notifications, and secure JWT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API</a:t>
            </a: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calls.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76287" y="550875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5705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1294784" y="7594275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54979" y="536003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2626322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49581" y="3262525"/>
            <a:ext cx="6809719" cy="5610958"/>
          </a:xfrm>
          <a:custGeom>
            <a:avLst/>
            <a:gdLst/>
            <a:ahLst/>
            <a:cxnLst/>
            <a:rect r="r" b="b" t="t" l="l"/>
            <a:pathLst>
              <a:path h="5610958" w="6809719">
                <a:moveTo>
                  <a:pt x="0" y="0"/>
                </a:moveTo>
                <a:lnTo>
                  <a:pt x="6809719" y="0"/>
                </a:lnTo>
                <a:lnTo>
                  <a:pt x="6809719" y="5610958"/>
                </a:lnTo>
                <a:lnTo>
                  <a:pt x="0" y="5610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7346" t="-30983" r="-7517" b="-54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04487" y="3171183"/>
            <a:ext cx="8610033" cy="570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Manager Dashboard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Centralized hub for critical alerts, real-time traffic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trends, and risk assessment summaries.</a:t>
            </a: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Fleet Overview Panel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Detailed metrics on fuel levels, distance traveled, and proactive maintenance flags.</a:t>
            </a: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Traffic Management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Full CRUD capabilities to add, update, or delete traffic incident data directly from the UI.</a:t>
            </a: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Risk Zone Intelligence Map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Interactive live map visualizing severity levels: Critical, High, Medium, Low.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46634" y="3247383"/>
            <a:ext cx="424503" cy="422086"/>
          </a:xfrm>
          <a:custGeom>
            <a:avLst/>
            <a:gdLst/>
            <a:ahLst/>
            <a:cxnLst/>
            <a:rect r="r" b="b" t="t" l="l"/>
            <a:pathLst>
              <a:path h="422086" w="424503">
                <a:moveTo>
                  <a:pt x="0" y="0"/>
                </a:moveTo>
                <a:lnTo>
                  <a:pt x="424503" y="0"/>
                </a:lnTo>
                <a:lnTo>
                  <a:pt x="424503" y="422086"/>
                </a:lnTo>
                <a:lnTo>
                  <a:pt x="0" y="4220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06765" y="1598032"/>
            <a:ext cx="15474470" cy="130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  <a:spcBef>
                <a:spcPct val="0"/>
              </a:spcBef>
            </a:pPr>
            <a:r>
              <a:rPr lang="en-US" sz="77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Key Features: Manager Frontend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65939" y="4692839"/>
            <a:ext cx="424503" cy="422086"/>
          </a:xfrm>
          <a:custGeom>
            <a:avLst/>
            <a:gdLst/>
            <a:ahLst/>
            <a:cxnLst/>
            <a:rect r="r" b="b" t="t" l="l"/>
            <a:pathLst>
              <a:path h="422086" w="424503">
                <a:moveTo>
                  <a:pt x="0" y="0"/>
                </a:moveTo>
                <a:lnTo>
                  <a:pt x="424503" y="0"/>
                </a:lnTo>
                <a:lnTo>
                  <a:pt x="424503" y="422086"/>
                </a:lnTo>
                <a:lnTo>
                  <a:pt x="0" y="4220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94514" y="6102528"/>
            <a:ext cx="424503" cy="422086"/>
          </a:xfrm>
          <a:custGeom>
            <a:avLst/>
            <a:gdLst/>
            <a:ahLst/>
            <a:cxnLst/>
            <a:rect r="r" b="b" t="t" l="l"/>
            <a:pathLst>
              <a:path h="422086" w="424503">
                <a:moveTo>
                  <a:pt x="0" y="0"/>
                </a:moveTo>
                <a:lnTo>
                  <a:pt x="424503" y="0"/>
                </a:lnTo>
                <a:lnTo>
                  <a:pt x="424503" y="422086"/>
                </a:lnTo>
                <a:lnTo>
                  <a:pt x="0" y="4220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94514" y="7534264"/>
            <a:ext cx="424503" cy="422086"/>
          </a:xfrm>
          <a:custGeom>
            <a:avLst/>
            <a:gdLst/>
            <a:ahLst/>
            <a:cxnLst/>
            <a:rect r="r" b="b" t="t" l="l"/>
            <a:pathLst>
              <a:path h="422086" w="424503">
                <a:moveTo>
                  <a:pt x="0" y="0"/>
                </a:moveTo>
                <a:lnTo>
                  <a:pt x="424503" y="0"/>
                </a:lnTo>
                <a:lnTo>
                  <a:pt x="424503" y="422086"/>
                </a:lnTo>
                <a:lnTo>
                  <a:pt x="0" y="4220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76287" y="550875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5705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1294784" y="7594275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54979" y="536003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94413" y="9153907"/>
            <a:ext cx="117441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04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0800000">
            <a:off x="12635847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3388356"/>
            <a:ext cx="7770283" cy="6279901"/>
            <a:chOff x="0" y="0"/>
            <a:chExt cx="2046494" cy="16539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494" cy="1653966"/>
            </a:xfrm>
            <a:custGeom>
              <a:avLst/>
              <a:gdLst/>
              <a:ahLst/>
              <a:cxnLst/>
              <a:rect r="r" b="b" t="t" l="l"/>
              <a:pathLst>
                <a:path h="1653966" w="2046494">
                  <a:moveTo>
                    <a:pt x="16938" y="0"/>
                  </a:moveTo>
                  <a:lnTo>
                    <a:pt x="2029556" y="0"/>
                  </a:lnTo>
                  <a:cubicBezTo>
                    <a:pt x="2038911" y="0"/>
                    <a:pt x="2046494" y="7583"/>
                    <a:pt x="2046494" y="16938"/>
                  </a:cubicBezTo>
                  <a:lnTo>
                    <a:pt x="2046494" y="1637028"/>
                  </a:lnTo>
                  <a:cubicBezTo>
                    <a:pt x="2046494" y="1646382"/>
                    <a:pt x="2038911" y="1653966"/>
                    <a:pt x="2029556" y="1653966"/>
                  </a:cubicBezTo>
                  <a:lnTo>
                    <a:pt x="16938" y="1653966"/>
                  </a:lnTo>
                  <a:cubicBezTo>
                    <a:pt x="7583" y="1653966"/>
                    <a:pt x="0" y="1646382"/>
                    <a:pt x="0" y="1637028"/>
                  </a:cubicBezTo>
                  <a:lnTo>
                    <a:pt x="0" y="16938"/>
                  </a:lnTo>
                  <a:cubicBezTo>
                    <a:pt x="0" y="7583"/>
                    <a:pt x="7583" y="0"/>
                    <a:pt x="16938" y="0"/>
                  </a:cubicBezTo>
                  <a:close/>
                </a:path>
              </a:pathLst>
            </a:custGeom>
            <a:solidFill>
              <a:srgbClr val="F0EFE5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46494" cy="16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3388356"/>
            <a:ext cx="7770283" cy="6279901"/>
            <a:chOff x="0" y="0"/>
            <a:chExt cx="2046494" cy="16539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46494" cy="1653966"/>
            </a:xfrm>
            <a:custGeom>
              <a:avLst/>
              <a:gdLst/>
              <a:ahLst/>
              <a:cxnLst/>
              <a:rect r="r" b="b" t="t" l="l"/>
              <a:pathLst>
                <a:path h="1653966" w="2046494">
                  <a:moveTo>
                    <a:pt x="16938" y="0"/>
                  </a:moveTo>
                  <a:lnTo>
                    <a:pt x="2029556" y="0"/>
                  </a:lnTo>
                  <a:cubicBezTo>
                    <a:pt x="2038911" y="0"/>
                    <a:pt x="2046494" y="7583"/>
                    <a:pt x="2046494" y="16938"/>
                  </a:cubicBezTo>
                  <a:lnTo>
                    <a:pt x="2046494" y="1637028"/>
                  </a:lnTo>
                  <a:cubicBezTo>
                    <a:pt x="2046494" y="1646382"/>
                    <a:pt x="2038911" y="1653966"/>
                    <a:pt x="2029556" y="1653966"/>
                  </a:cubicBezTo>
                  <a:lnTo>
                    <a:pt x="16938" y="1653966"/>
                  </a:lnTo>
                  <a:cubicBezTo>
                    <a:pt x="7583" y="1653966"/>
                    <a:pt x="0" y="1646382"/>
                    <a:pt x="0" y="1637028"/>
                  </a:cubicBezTo>
                  <a:lnTo>
                    <a:pt x="0" y="16938"/>
                  </a:lnTo>
                  <a:cubicBezTo>
                    <a:pt x="0" y="7583"/>
                    <a:pt x="7583" y="0"/>
                    <a:pt x="16938" y="0"/>
                  </a:cubicBezTo>
                  <a:close/>
                </a:path>
              </a:pathLst>
            </a:custGeom>
            <a:solidFill>
              <a:srgbClr val="F0EFE5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46494" cy="16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980038" y="3555818"/>
            <a:ext cx="688997" cy="734396"/>
          </a:xfrm>
          <a:custGeom>
            <a:avLst/>
            <a:gdLst/>
            <a:ahLst/>
            <a:cxnLst/>
            <a:rect r="r" b="b" t="t" l="l"/>
            <a:pathLst>
              <a:path h="734396" w="688997">
                <a:moveTo>
                  <a:pt x="0" y="0"/>
                </a:moveTo>
                <a:lnTo>
                  <a:pt x="688997" y="0"/>
                </a:lnTo>
                <a:lnTo>
                  <a:pt x="688997" y="734396"/>
                </a:lnTo>
                <a:lnTo>
                  <a:pt x="0" y="734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909453" y="3672606"/>
            <a:ext cx="667357" cy="617608"/>
          </a:xfrm>
          <a:custGeom>
            <a:avLst/>
            <a:gdLst/>
            <a:ahLst/>
            <a:cxnLst/>
            <a:rect r="r" b="b" t="t" l="l"/>
            <a:pathLst>
              <a:path h="617608" w="667357">
                <a:moveTo>
                  <a:pt x="0" y="0"/>
                </a:moveTo>
                <a:lnTo>
                  <a:pt x="667356" y="0"/>
                </a:lnTo>
                <a:lnTo>
                  <a:pt x="667356" y="617608"/>
                </a:lnTo>
                <a:lnTo>
                  <a:pt x="0" y="6176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43131" y="1538975"/>
            <a:ext cx="11801738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Technologies: The Stack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5543" y="3637033"/>
            <a:ext cx="6898243" cy="573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5"/>
              </a:lnSpc>
              <a:spcBef>
                <a:spcPct val="0"/>
              </a:spcBef>
            </a:pPr>
            <a:r>
              <a:rPr lang="en-US" b="true" sz="3432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Frontend</a:t>
            </a:r>
          </a:p>
          <a:p>
            <a:pPr algn="l">
              <a:lnSpc>
                <a:spcPts val="4105"/>
              </a:lnSpc>
              <a:spcBef>
                <a:spcPct val="0"/>
              </a:spcBef>
            </a:pPr>
          </a:p>
          <a:p>
            <a:pPr algn="l">
              <a:lnSpc>
                <a:spcPts val="4105"/>
              </a:lnSpc>
              <a:spcBef>
                <a:spcPct val="0"/>
              </a:spcBef>
            </a:pPr>
            <a:r>
              <a:rPr lang="en-US" b="true" sz="2932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Core:</a:t>
            </a:r>
            <a:r>
              <a:rPr lang="en-US" sz="2932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React (Vite)</a:t>
            </a:r>
          </a:p>
          <a:p>
            <a:pPr algn="l">
              <a:lnSpc>
                <a:spcPts val="4105"/>
              </a:lnSpc>
              <a:spcBef>
                <a:spcPct val="0"/>
              </a:spcBef>
            </a:pPr>
          </a:p>
          <a:p>
            <a:pPr algn="l">
              <a:lnSpc>
                <a:spcPts val="4105"/>
              </a:lnSpc>
              <a:spcBef>
                <a:spcPct val="0"/>
              </a:spcBef>
            </a:pPr>
            <a:r>
              <a:rPr lang="en-US" b="true" sz="2932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Styling:</a:t>
            </a:r>
            <a:r>
              <a:rPr lang="en-US" sz="2932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Tailwind CSS</a:t>
            </a:r>
          </a:p>
          <a:p>
            <a:pPr algn="l">
              <a:lnSpc>
                <a:spcPts val="4105"/>
              </a:lnSpc>
              <a:spcBef>
                <a:spcPct val="0"/>
              </a:spcBef>
            </a:pPr>
          </a:p>
          <a:p>
            <a:pPr algn="l">
              <a:lnSpc>
                <a:spcPts val="4105"/>
              </a:lnSpc>
              <a:spcBef>
                <a:spcPct val="0"/>
              </a:spcBef>
            </a:pPr>
            <a:r>
              <a:rPr lang="en-US" b="true" sz="2932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Visualization:</a:t>
            </a:r>
            <a:r>
              <a:rPr lang="en-US" sz="2932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Recharts, React Leaflet</a:t>
            </a:r>
          </a:p>
          <a:p>
            <a:pPr algn="l">
              <a:lnSpc>
                <a:spcPts val="4105"/>
              </a:lnSpc>
              <a:spcBef>
                <a:spcPct val="0"/>
              </a:spcBef>
            </a:pPr>
          </a:p>
          <a:p>
            <a:pPr algn="l">
              <a:lnSpc>
                <a:spcPts val="4105"/>
              </a:lnSpc>
              <a:spcBef>
                <a:spcPct val="0"/>
              </a:spcBef>
            </a:pPr>
            <a:r>
              <a:rPr lang="en-US" b="true" sz="2932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Communication:</a:t>
            </a:r>
            <a:r>
              <a:rPr lang="en-US" sz="2932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Axios</a:t>
            </a:r>
          </a:p>
          <a:p>
            <a:pPr algn="l">
              <a:lnSpc>
                <a:spcPts val="4105"/>
              </a:lnSpc>
              <a:spcBef>
                <a:spcPct val="0"/>
              </a:spcBef>
            </a:pPr>
          </a:p>
          <a:p>
            <a:pPr algn="l">
              <a:lnSpc>
                <a:spcPts val="4105"/>
              </a:lnSpc>
              <a:spcBef>
                <a:spcPct val="0"/>
              </a:spcBef>
            </a:pPr>
            <a:r>
              <a:rPr lang="en-US" b="true" sz="2932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UI/UX:</a:t>
            </a:r>
            <a:r>
              <a:rPr lang="en-US" sz="2932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Lucide Icons, React Toastify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80038" y="3627508"/>
            <a:ext cx="5756196" cy="373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1"/>
              </a:lnSpc>
              <a:spcBef>
                <a:spcPct val="0"/>
              </a:spcBef>
            </a:pPr>
            <a:r>
              <a:rPr lang="en-US" b="true" sz="3715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       </a:t>
            </a:r>
            <a:r>
              <a:rPr lang="en-US" b="true" sz="3715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Backend Integration</a:t>
            </a:r>
          </a:p>
          <a:p>
            <a:pPr algn="ctr">
              <a:lnSpc>
                <a:spcPts val="4102"/>
              </a:lnSpc>
              <a:spcBef>
                <a:spcPct val="0"/>
              </a:spcBef>
            </a:pPr>
          </a:p>
          <a:p>
            <a:pPr algn="l">
              <a:lnSpc>
                <a:spcPts val="4102"/>
              </a:lnSpc>
              <a:spcBef>
                <a:spcPct val="0"/>
              </a:spcBef>
            </a:pPr>
            <a:r>
              <a:rPr lang="en-US" b="true" sz="2930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Framework:</a:t>
            </a:r>
            <a:r>
              <a:rPr lang="en-US" sz="293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Java Spring Boot</a:t>
            </a:r>
          </a:p>
          <a:p>
            <a:pPr algn="l">
              <a:lnSpc>
                <a:spcPts val="4102"/>
              </a:lnSpc>
              <a:spcBef>
                <a:spcPct val="0"/>
              </a:spcBef>
            </a:pPr>
          </a:p>
          <a:p>
            <a:pPr algn="l">
              <a:lnSpc>
                <a:spcPts val="4102"/>
              </a:lnSpc>
              <a:spcBef>
                <a:spcPct val="0"/>
              </a:spcBef>
            </a:pPr>
            <a:r>
              <a:rPr lang="en-US" b="true" sz="2930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Security:</a:t>
            </a:r>
            <a:r>
              <a:rPr lang="en-US" sz="293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Spring Security + JWT</a:t>
            </a:r>
          </a:p>
          <a:p>
            <a:pPr algn="l">
              <a:lnSpc>
                <a:spcPts val="4102"/>
              </a:lnSpc>
              <a:spcBef>
                <a:spcPct val="0"/>
              </a:spcBef>
            </a:pPr>
          </a:p>
          <a:p>
            <a:pPr algn="l">
              <a:lnSpc>
                <a:spcPts val="4102"/>
              </a:lnSpc>
              <a:spcBef>
                <a:spcPct val="0"/>
              </a:spcBef>
            </a:pPr>
            <a:r>
              <a:rPr lang="en-US" b="true" sz="2930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Data:</a:t>
            </a:r>
            <a:r>
              <a:rPr lang="en-US" sz="293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Spring Data JPA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664294" y="2906886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9284" y="536638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5269321" y="7123585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925742" y="9493834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44934" y="732646"/>
            <a:ext cx="2767824" cy="2737630"/>
          </a:xfrm>
          <a:custGeom>
            <a:avLst/>
            <a:gdLst/>
            <a:ahLst/>
            <a:cxnLst/>
            <a:rect r="r" b="b" t="t" l="l"/>
            <a:pathLst>
              <a:path h="2737630" w="2767824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644447" y="7027759"/>
            <a:ext cx="2753631" cy="2723591"/>
          </a:xfrm>
          <a:custGeom>
            <a:avLst/>
            <a:gdLst/>
            <a:ahLst/>
            <a:cxnLst/>
            <a:rect r="r" b="b" t="t" l="l"/>
            <a:pathLst>
              <a:path h="2723591" w="2753631">
                <a:moveTo>
                  <a:pt x="0" y="0"/>
                </a:moveTo>
                <a:lnTo>
                  <a:pt x="2753630" y="0"/>
                </a:lnTo>
                <a:lnTo>
                  <a:pt x="2753630" y="2723591"/>
                </a:lnTo>
                <a:lnTo>
                  <a:pt x="0" y="2723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32093" y="3260726"/>
            <a:ext cx="12023813" cy="188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DAG6RcGBtgw</dc:identifier>
  <dcterms:modified xsi:type="dcterms:W3CDTF">2011-08-01T06:04:30Z</dcterms:modified>
  <cp:revision>1</cp:revision>
  <dc:title>Gayatri Presentation NeuroFleetX</dc:title>
</cp:coreProperties>
</file>