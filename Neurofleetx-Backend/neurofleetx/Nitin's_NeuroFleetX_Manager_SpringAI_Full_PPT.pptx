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NeuroFleetX – Manager Role + Spring AI Integration</a:t>
            </a:r>
          </a:p>
          <a:p>
            <a:r>
              <a:t>By Nitin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Admin → Controls entire system</a:t>
            </a:r>
          </a:p>
          <a:p>
            <a:r>
              <a:t>• Manager → Handles Fleet Operations</a:t>
            </a:r>
          </a:p>
          <a:p>
            <a:r>
              <a:t>• Driver → Executes Trips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Manager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Manage Drivers</a:t>
            </a:r>
          </a:p>
          <a:p>
            <a:r>
              <a:t>• Manage Vehicles</a:t>
            </a:r>
          </a:p>
          <a:p>
            <a:r>
              <a:t>• Manage Trips</a:t>
            </a:r>
          </a:p>
          <a:p>
            <a:r>
              <a:t>• Resolve Alerts</a:t>
            </a:r>
          </a:p>
          <a:p>
            <a:r>
              <a:t>• Route Decision Making</a:t>
            </a:r>
          </a:p>
          <a:p>
            <a:r>
              <a:t>• Use AI Tools for smart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Spring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AI adds intelligence:</a:t>
            </a:r>
          </a:p>
          <a:p>
            <a:r>
              <a:t>• AI Route Optimization</a:t>
            </a:r>
          </a:p>
          <a:p>
            <a:r>
              <a:t>• AI Alert Explanation</a:t>
            </a:r>
          </a:p>
          <a:p>
            <a:r>
              <a:t>• AI Risk Analysis</a:t>
            </a:r>
          </a:p>
          <a:p>
            <a:r>
              <a:t>• AI Trip Planning</a:t>
            </a:r>
          </a:p>
          <a:p>
            <a:r>
              <a:t>• Driver Behaviour AI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AI: Route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suggests fastest &amp; safest routes based on:</a:t>
            </a:r>
          </a:p>
          <a:p>
            <a:r>
              <a:t>• Traffic</a:t>
            </a:r>
          </a:p>
          <a:p>
            <a:r>
              <a:t>• Hindrance</a:t>
            </a:r>
          </a:p>
          <a:p>
            <a:r>
              <a:t>• Risk Zones</a:t>
            </a:r>
          </a:p>
          <a:p>
            <a:r>
              <a:t>• Fuel Usage</a:t>
            </a:r>
          </a:p>
          <a:p/>
          <a:p>
            <a:r>
              <a:t>Manager decides final route.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AI: Alert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converts raw alerts into simple language:</a:t>
            </a:r>
          </a:p>
          <a:p>
            <a:r>
              <a:t>Example:</a:t>
            </a:r>
          </a:p>
          <a:p>
            <a:r>
              <a:t>Input: {overspeed: true, speed: 75}</a:t>
            </a:r>
          </a:p>
          <a:p>
            <a:r>
              <a:t>AI Output: Driver overspeeded at 75 km/h.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AI: Risk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analyses:</a:t>
            </a:r>
          </a:p>
          <a:p>
            <a:r>
              <a:t>• Accident-prone zones</a:t>
            </a:r>
          </a:p>
          <a:p>
            <a:r>
              <a:t>• Speed patterns</a:t>
            </a:r>
          </a:p>
          <a:p>
            <a:r>
              <a:t>• Road conditions</a:t>
            </a:r>
          </a:p>
          <a:p>
            <a:r>
              <a:t>• Historical trip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AI: Trip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creates trip plan:</a:t>
            </a:r>
          </a:p>
          <a:p>
            <a:r>
              <a:t>• Best Route</a:t>
            </a:r>
          </a:p>
          <a:p>
            <a:r>
              <a:t>• ETA</a:t>
            </a:r>
          </a:p>
          <a:p>
            <a:r>
              <a:t>• Fuel estimate</a:t>
            </a:r>
          </a:p>
          <a:p>
            <a:r>
              <a:t>• Risk Level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AI Integration Code (Java)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Dependency:</a:t>
            </a:r>
          </a:p>
          <a:p>
            <a:r>
              <a:t>&lt;dependency&gt;</a:t>
            </a:r>
          </a:p>
          <a:p>
            <a:r>
              <a:t>  &lt;groupId&gt;org.springframework.ai&lt;/groupId&gt;</a:t>
            </a:r>
          </a:p>
          <a:p>
            <a:r>
              <a:t>  &lt;artifactId&gt;spring-ai-openai-spring-boot-starter&lt;/artifactId&gt;</a:t>
            </a:r>
          </a:p>
          <a:p>
            <a:r>
              <a:t>&lt;/dependency&gt;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AI Service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String getBestRoute(String data) {</a:t>
            </a:r>
          </a:p>
          <a:p>
            <a:r>
              <a:t>  return chatModel.call("Suggest best route: " + data);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AI Controller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@GetMapping("/manager/ai-route")</a:t>
            </a:r>
          </a:p>
          <a:p>
            <a:r>
              <a:t>public String route(@RequestParam String t){</a:t>
            </a:r>
          </a:p>
          <a:p>
            <a:r>
              <a:t>  return aiService.getBestRoute(t);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src/</a:t>
            </a:r>
          </a:p>
          <a:p>
            <a:r>
              <a:t> ├── controllers/</a:t>
            </a:r>
          </a:p>
          <a:p>
            <a:r>
              <a:t> ├── services/</a:t>
            </a:r>
          </a:p>
          <a:p>
            <a:r>
              <a:t> ├── repositories/</a:t>
            </a:r>
          </a:p>
          <a:p>
            <a:r>
              <a:t> ├── models/</a:t>
            </a:r>
          </a:p>
          <a:p>
            <a:r>
              <a:t> └── config/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Manager Controller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@GetMapping("/manager/drivers")</a:t>
            </a:r>
          </a:p>
          <a:p>
            <a:r>
              <a:t>public ResponseEntity&lt;?&gt; getDrivers(Authentication a){</a:t>
            </a:r>
          </a:p>
          <a:p>
            <a:r>
              <a:t>  return ok(service.getDrivers(a.getName()));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Manager Service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List&lt;Driver&gt; getDrivers(String email){</a:t>
            </a:r>
          </a:p>
          <a:p>
            <a:r>
              <a:t>  User m = repo.findByEmail(email);</a:t>
            </a:r>
          </a:p>
          <a:p>
            <a:r>
              <a:t>  return driverRepo.findByManagerId(m.getId());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API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export const getMyDrivers = () =&gt; axios.get('/manager/drivers');</a:t>
            </a:r>
          </a:p>
          <a:p>
            <a:r>
              <a:t>export const getAI_ROUTE = () =&gt; axios.get('/manager/ai-route');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AI + Manager Role = Smart Fleet Decision System</a:t>
            </a:r>
          </a:p>
          <a:p>
            <a:r>
              <a:t>• Faster Decisions</a:t>
            </a:r>
          </a:p>
          <a:p>
            <a:r>
              <a:t>• Safer Routes</a:t>
            </a:r>
          </a:p>
          <a:p>
            <a:r>
              <a:t>• Better Fleet Performance</a:t>
            </a:r>
          </a:p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