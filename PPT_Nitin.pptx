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D30063-7BD1-4CBA-9363-C9C4B23BE305}" v="6" dt="2026-01-06T17:56:54.9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ch Coder" userId="2fe0534fbe9f91af" providerId="Windows Live" clId="Web-{4CD30063-7BD1-4CBA-9363-C9C4B23BE305}"/>
    <pc:docChg chg="modSld">
      <pc:chgData name="Tech Coder" userId="2fe0534fbe9f91af" providerId="Windows Live" clId="Web-{4CD30063-7BD1-4CBA-9363-C9C4B23BE305}" dt="2026-01-06T17:56:54.944" v="5" actId="20577"/>
      <pc:docMkLst>
        <pc:docMk/>
      </pc:docMkLst>
      <pc:sldChg chg="modSp">
        <pc:chgData name="Tech Coder" userId="2fe0534fbe9f91af" providerId="Windows Live" clId="Web-{4CD30063-7BD1-4CBA-9363-C9C4B23BE305}" dt="2026-01-06T17:56:54.944" v="5" actId="20577"/>
        <pc:sldMkLst>
          <pc:docMk/>
          <pc:sldMk cId="0" sldId="256"/>
        </pc:sldMkLst>
        <pc:spChg chg="mod">
          <ac:chgData name="Tech Coder" userId="2fe0534fbe9f91af" providerId="Windows Live" clId="Web-{4CD30063-7BD1-4CBA-9363-C9C4B23BE305}" dt="2026-01-06T17:56:54.944" v="5" actId="20577"/>
          <ac:spMkLst>
            <pc:docMk/>
            <pc:sldMk cId="0" sldId="256"/>
            <ac:spMk id="13" creationId="{00000000-0000-0000-0000-000000000000}"/>
          </ac:spMkLst>
        </pc:spChg>
      </pc:sldChg>
    </pc:docChg>
  </pc:docChgLst>
  <pc:docChgLst>
    <pc:chgData name="Tech Coder" userId="2fe0534fbe9f91af" providerId="Windows Live" clId="Web-{62E74970-A2C2-B386-59F1-46919432A9BD}"/>
    <pc:docChg chg="modSld">
      <pc:chgData name="Tech Coder" userId="2fe0534fbe9f91af" providerId="Windows Live" clId="Web-{62E74970-A2C2-B386-59F1-46919432A9BD}" dt="2026-01-06T14:33:58.970" v="5"/>
      <pc:docMkLst>
        <pc:docMk/>
      </pc:docMkLst>
      <pc:sldChg chg="addSp delSp modSp mod setBg">
        <pc:chgData name="Tech Coder" userId="2fe0534fbe9f91af" providerId="Windows Live" clId="Web-{62E74970-A2C2-B386-59F1-46919432A9BD}" dt="2026-01-06T14:33:30.452" v="0"/>
        <pc:sldMkLst>
          <pc:docMk/>
          <pc:sldMk cId="0" sldId="258"/>
        </pc:sldMkLst>
        <pc:spChg chg="mod">
          <ac:chgData name="Tech Coder" userId="2fe0534fbe9f91af" providerId="Windows Live" clId="Web-{62E74970-A2C2-B386-59F1-46919432A9BD}" dt="2026-01-06T14:33:30.452" v="0"/>
          <ac:spMkLst>
            <pc:docMk/>
            <pc:sldMk cId="0" sldId="258"/>
            <ac:spMk id="2" creationId="{00000000-0000-0000-0000-000000000000}"/>
          </ac:spMkLst>
        </pc:spChg>
        <pc:spChg chg="del">
          <ac:chgData name="Tech Coder" userId="2fe0534fbe9f91af" providerId="Windows Live" clId="Web-{62E74970-A2C2-B386-59F1-46919432A9BD}" dt="2026-01-06T14:33:30.452" v="0"/>
          <ac:spMkLst>
            <pc:docMk/>
            <pc:sldMk cId="0" sldId="258"/>
            <ac:spMk id="3" creationId="{00000000-0000-0000-0000-000000000000}"/>
          </ac:spMkLst>
        </pc:spChg>
        <pc:spChg chg="add">
          <ac:chgData name="Tech Coder" userId="2fe0534fbe9f91af" providerId="Windows Live" clId="Web-{62E74970-A2C2-B386-59F1-46919432A9BD}" dt="2026-01-06T14:33:30.452" v="0"/>
          <ac:spMkLst>
            <pc:docMk/>
            <pc:sldMk cId="0" sldId="258"/>
            <ac:spMk id="9" creationId="{BACC6370-2D7E-4714-9D71-7542949D7D5D}"/>
          </ac:spMkLst>
        </pc:spChg>
        <pc:spChg chg="add">
          <ac:chgData name="Tech Coder" userId="2fe0534fbe9f91af" providerId="Windows Live" clId="Web-{62E74970-A2C2-B386-59F1-46919432A9BD}" dt="2026-01-06T14:33:30.452" v="0"/>
          <ac:spMkLst>
            <pc:docMk/>
            <pc:sldMk cId="0" sldId="258"/>
            <ac:spMk id="11" creationId="{256B2C21-A230-48C0-8DF1-C46611373C44}"/>
          </ac:spMkLst>
        </pc:spChg>
        <pc:spChg chg="add">
          <ac:chgData name="Tech Coder" userId="2fe0534fbe9f91af" providerId="Windows Live" clId="Web-{62E74970-A2C2-B386-59F1-46919432A9BD}" dt="2026-01-06T14:33:30.452" v="0"/>
          <ac:spMkLst>
            <pc:docMk/>
            <pc:sldMk cId="0" sldId="258"/>
            <ac:spMk id="13" creationId="{3847E18C-932D-4C95-AABA-FEC7C9499AD7}"/>
          </ac:spMkLst>
        </pc:spChg>
        <pc:spChg chg="add">
          <ac:chgData name="Tech Coder" userId="2fe0534fbe9f91af" providerId="Windows Live" clId="Web-{62E74970-A2C2-B386-59F1-46919432A9BD}" dt="2026-01-06T14:33:30.452" v="0"/>
          <ac:spMkLst>
            <pc:docMk/>
            <pc:sldMk cId="0" sldId="258"/>
            <ac:spMk id="15" creationId="{3150CB11-0C61-439E-910F-5787759E72A0}"/>
          </ac:spMkLst>
        </pc:spChg>
        <pc:spChg chg="add">
          <ac:chgData name="Tech Coder" userId="2fe0534fbe9f91af" providerId="Windows Live" clId="Web-{62E74970-A2C2-B386-59F1-46919432A9BD}" dt="2026-01-06T14:33:30.452" v="0"/>
          <ac:spMkLst>
            <pc:docMk/>
            <pc:sldMk cId="0" sldId="258"/>
            <ac:spMk id="17" creationId="{43F8A58B-5155-44CE-A5FF-7647B47D0A7A}"/>
          </ac:spMkLst>
        </pc:spChg>
        <pc:spChg chg="add">
          <ac:chgData name="Tech Coder" userId="2fe0534fbe9f91af" providerId="Windows Live" clId="Web-{62E74970-A2C2-B386-59F1-46919432A9BD}" dt="2026-01-06T14:33:30.452" v="0"/>
          <ac:spMkLst>
            <pc:docMk/>
            <pc:sldMk cId="0" sldId="258"/>
            <ac:spMk id="19" creationId="{443F2ACA-E6D6-4028-82DD-F03C262D5DE6}"/>
          </ac:spMkLst>
        </pc:spChg>
        <pc:graphicFrameChg chg="add">
          <ac:chgData name="Tech Coder" userId="2fe0534fbe9f91af" providerId="Windows Live" clId="Web-{62E74970-A2C2-B386-59F1-46919432A9BD}" dt="2026-01-06T14:33:30.452" v="0"/>
          <ac:graphicFrameMkLst>
            <pc:docMk/>
            <pc:sldMk cId="0" sldId="258"/>
            <ac:graphicFrameMk id="5" creationId="{14F2F508-3A45-0E8E-0923-EC6BA397F28B}"/>
          </ac:graphicFrameMkLst>
        </pc:graphicFrameChg>
      </pc:sldChg>
      <pc:sldChg chg="addSp delSp modSp mod setBg">
        <pc:chgData name="Tech Coder" userId="2fe0534fbe9f91af" providerId="Windows Live" clId="Web-{62E74970-A2C2-B386-59F1-46919432A9BD}" dt="2026-01-06T14:33:38.062" v="1"/>
        <pc:sldMkLst>
          <pc:docMk/>
          <pc:sldMk cId="0" sldId="259"/>
        </pc:sldMkLst>
        <pc:spChg chg="mod">
          <ac:chgData name="Tech Coder" userId="2fe0534fbe9f91af" providerId="Windows Live" clId="Web-{62E74970-A2C2-B386-59F1-46919432A9BD}" dt="2026-01-06T14:33:38.062" v="1"/>
          <ac:spMkLst>
            <pc:docMk/>
            <pc:sldMk cId="0" sldId="259"/>
            <ac:spMk id="2" creationId="{00000000-0000-0000-0000-000000000000}"/>
          </ac:spMkLst>
        </pc:spChg>
        <pc:spChg chg="del">
          <ac:chgData name="Tech Coder" userId="2fe0534fbe9f91af" providerId="Windows Live" clId="Web-{62E74970-A2C2-B386-59F1-46919432A9BD}" dt="2026-01-06T14:33:38.062" v="1"/>
          <ac:spMkLst>
            <pc:docMk/>
            <pc:sldMk cId="0" sldId="259"/>
            <ac:spMk id="3" creationId="{00000000-0000-0000-0000-000000000000}"/>
          </ac:spMkLst>
        </pc:spChg>
        <pc:spChg chg="add">
          <ac:chgData name="Tech Coder" userId="2fe0534fbe9f91af" providerId="Windows Live" clId="Web-{62E74970-A2C2-B386-59F1-46919432A9BD}" dt="2026-01-06T14:33:38.062" v="1"/>
          <ac:spMkLst>
            <pc:docMk/>
            <pc:sldMk cId="0" sldId="259"/>
            <ac:spMk id="9" creationId="{BACC6370-2D7E-4714-9D71-7542949D7D5D}"/>
          </ac:spMkLst>
        </pc:spChg>
        <pc:spChg chg="add">
          <ac:chgData name="Tech Coder" userId="2fe0534fbe9f91af" providerId="Windows Live" clId="Web-{62E74970-A2C2-B386-59F1-46919432A9BD}" dt="2026-01-06T14:33:38.062" v="1"/>
          <ac:spMkLst>
            <pc:docMk/>
            <pc:sldMk cId="0" sldId="259"/>
            <ac:spMk id="11" creationId="{F68B3F68-107C-434F-AA38-110D5EA91B85}"/>
          </ac:spMkLst>
        </pc:spChg>
        <pc:spChg chg="add">
          <ac:chgData name="Tech Coder" userId="2fe0534fbe9f91af" providerId="Windows Live" clId="Web-{62E74970-A2C2-B386-59F1-46919432A9BD}" dt="2026-01-06T14:33:38.062" v="1"/>
          <ac:spMkLst>
            <pc:docMk/>
            <pc:sldMk cId="0" sldId="259"/>
            <ac:spMk id="13" creationId="{AAD0DBB9-1A4B-4391-81D4-CB19F9AB918A}"/>
          </ac:spMkLst>
        </pc:spChg>
        <pc:spChg chg="add">
          <ac:chgData name="Tech Coder" userId="2fe0534fbe9f91af" providerId="Windows Live" clId="Web-{62E74970-A2C2-B386-59F1-46919432A9BD}" dt="2026-01-06T14:33:38.062" v="1"/>
          <ac:spMkLst>
            <pc:docMk/>
            <pc:sldMk cId="0" sldId="259"/>
            <ac:spMk id="15" creationId="{063BBA22-50EA-4C4D-BE05-F1CE4E63AA56}"/>
          </ac:spMkLst>
        </pc:spChg>
        <pc:graphicFrameChg chg="add">
          <ac:chgData name="Tech Coder" userId="2fe0534fbe9f91af" providerId="Windows Live" clId="Web-{62E74970-A2C2-B386-59F1-46919432A9BD}" dt="2026-01-06T14:33:38.062" v="1"/>
          <ac:graphicFrameMkLst>
            <pc:docMk/>
            <pc:sldMk cId="0" sldId="259"/>
            <ac:graphicFrameMk id="5" creationId="{2D20E768-25E3-F049-51A4-8C8E2B6FF6BD}"/>
          </ac:graphicFrameMkLst>
        </pc:graphicFrameChg>
      </pc:sldChg>
      <pc:sldChg chg="addSp delSp modSp mod setBg">
        <pc:chgData name="Tech Coder" userId="2fe0534fbe9f91af" providerId="Windows Live" clId="Web-{62E74970-A2C2-B386-59F1-46919432A9BD}" dt="2026-01-06T14:33:45.953" v="2"/>
        <pc:sldMkLst>
          <pc:docMk/>
          <pc:sldMk cId="0" sldId="260"/>
        </pc:sldMkLst>
        <pc:spChg chg="mod">
          <ac:chgData name="Tech Coder" userId="2fe0534fbe9f91af" providerId="Windows Live" clId="Web-{62E74970-A2C2-B386-59F1-46919432A9BD}" dt="2026-01-06T14:33:45.953" v="2"/>
          <ac:spMkLst>
            <pc:docMk/>
            <pc:sldMk cId="0" sldId="260"/>
            <ac:spMk id="2" creationId="{00000000-0000-0000-0000-000000000000}"/>
          </ac:spMkLst>
        </pc:spChg>
        <pc:spChg chg="del">
          <ac:chgData name="Tech Coder" userId="2fe0534fbe9f91af" providerId="Windows Live" clId="Web-{62E74970-A2C2-B386-59F1-46919432A9BD}" dt="2026-01-06T14:33:45.953" v="2"/>
          <ac:spMkLst>
            <pc:docMk/>
            <pc:sldMk cId="0" sldId="260"/>
            <ac:spMk id="3" creationId="{00000000-0000-0000-0000-000000000000}"/>
          </ac:spMkLst>
        </pc:spChg>
        <pc:spChg chg="add">
          <ac:chgData name="Tech Coder" userId="2fe0534fbe9f91af" providerId="Windows Live" clId="Web-{62E74970-A2C2-B386-59F1-46919432A9BD}" dt="2026-01-06T14:33:45.953" v="2"/>
          <ac:spMkLst>
            <pc:docMk/>
            <pc:sldMk cId="0" sldId="260"/>
            <ac:spMk id="9" creationId="{2E442304-DDBD-4F7B-8017-36BCC863FB40}"/>
          </ac:spMkLst>
        </pc:spChg>
        <pc:spChg chg="add">
          <ac:chgData name="Tech Coder" userId="2fe0534fbe9f91af" providerId="Windows Live" clId="Web-{62E74970-A2C2-B386-59F1-46919432A9BD}" dt="2026-01-06T14:33:45.953" v="2"/>
          <ac:spMkLst>
            <pc:docMk/>
            <pc:sldMk cId="0" sldId="260"/>
            <ac:spMk id="11" creationId="{5E107275-3853-46FD-A241-DE4355A42675}"/>
          </ac:spMkLst>
        </pc:spChg>
        <pc:graphicFrameChg chg="add">
          <ac:chgData name="Tech Coder" userId="2fe0534fbe9f91af" providerId="Windows Live" clId="Web-{62E74970-A2C2-B386-59F1-46919432A9BD}" dt="2026-01-06T14:33:45.953" v="2"/>
          <ac:graphicFrameMkLst>
            <pc:docMk/>
            <pc:sldMk cId="0" sldId="260"/>
            <ac:graphicFrameMk id="5" creationId="{EB5BB437-A96A-469E-7DB4-82132EF9BF71}"/>
          </ac:graphicFrameMkLst>
        </pc:graphicFrameChg>
      </pc:sldChg>
      <pc:sldChg chg="addSp delSp modSp mod setBg">
        <pc:chgData name="Tech Coder" userId="2fe0534fbe9f91af" providerId="Windows Live" clId="Web-{62E74970-A2C2-B386-59F1-46919432A9BD}" dt="2026-01-06T14:33:49.938" v="3"/>
        <pc:sldMkLst>
          <pc:docMk/>
          <pc:sldMk cId="0" sldId="261"/>
        </pc:sldMkLst>
        <pc:spChg chg="mod">
          <ac:chgData name="Tech Coder" userId="2fe0534fbe9f91af" providerId="Windows Live" clId="Web-{62E74970-A2C2-B386-59F1-46919432A9BD}" dt="2026-01-06T14:33:49.938" v="3"/>
          <ac:spMkLst>
            <pc:docMk/>
            <pc:sldMk cId="0" sldId="261"/>
            <ac:spMk id="2" creationId="{00000000-0000-0000-0000-000000000000}"/>
          </ac:spMkLst>
        </pc:spChg>
        <pc:spChg chg="del">
          <ac:chgData name="Tech Coder" userId="2fe0534fbe9f91af" providerId="Windows Live" clId="Web-{62E74970-A2C2-B386-59F1-46919432A9BD}" dt="2026-01-06T14:33:49.938" v="3"/>
          <ac:spMkLst>
            <pc:docMk/>
            <pc:sldMk cId="0" sldId="261"/>
            <ac:spMk id="3" creationId="{00000000-0000-0000-0000-000000000000}"/>
          </ac:spMkLst>
        </pc:spChg>
        <pc:spChg chg="add">
          <ac:chgData name="Tech Coder" userId="2fe0534fbe9f91af" providerId="Windows Live" clId="Web-{62E74970-A2C2-B386-59F1-46919432A9BD}" dt="2026-01-06T14:33:49.938" v="3"/>
          <ac:spMkLst>
            <pc:docMk/>
            <pc:sldMk cId="0" sldId="261"/>
            <ac:spMk id="9" creationId="{2E442304-DDBD-4F7B-8017-36BCC863FB40}"/>
          </ac:spMkLst>
        </pc:spChg>
        <pc:spChg chg="add">
          <ac:chgData name="Tech Coder" userId="2fe0534fbe9f91af" providerId="Windows Live" clId="Web-{62E74970-A2C2-B386-59F1-46919432A9BD}" dt="2026-01-06T14:33:49.938" v="3"/>
          <ac:spMkLst>
            <pc:docMk/>
            <pc:sldMk cId="0" sldId="261"/>
            <ac:spMk id="11" creationId="{5E107275-3853-46FD-A241-DE4355A42675}"/>
          </ac:spMkLst>
        </pc:spChg>
        <pc:graphicFrameChg chg="add">
          <ac:chgData name="Tech Coder" userId="2fe0534fbe9f91af" providerId="Windows Live" clId="Web-{62E74970-A2C2-B386-59F1-46919432A9BD}" dt="2026-01-06T14:33:49.938" v="3"/>
          <ac:graphicFrameMkLst>
            <pc:docMk/>
            <pc:sldMk cId="0" sldId="261"/>
            <ac:graphicFrameMk id="5" creationId="{7CBC17D0-B7BE-5BC9-0206-AF9BB0581F27}"/>
          </ac:graphicFrameMkLst>
        </pc:graphicFrameChg>
      </pc:sldChg>
      <pc:sldChg chg="addSp delSp modSp mod setBg">
        <pc:chgData name="Tech Coder" userId="2fe0534fbe9f91af" providerId="Windows Live" clId="Web-{62E74970-A2C2-B386-59F1-46919432A9BD}" dt="2026-01-06T14:33:55.719" v="4"/>
        <pc:sldMkLst>
          <pc:docMk/>
          <pc:sldMk cId="0" sldId="262"/>
        </pc:sldMkLst>
        <pc:spChg chg="mod">
          <ac:chgData name="Tech Coder" userId="2fe0534fbe9f91af" providerId="Windows Live" clId="Web-{62E74970-A2C2-B386-59F1-46919432A9BD}" dt="2026-01-06T14:33:55.719" v="4"/>
          <ac:spMkLst>
            <pc:docMk/>
            <pc:sldMk cId="0" sldId="262"/>
            <ac:spMk id="2" creationId="{00000000-0000-0000-0000-000000000000}"/>
          </ac:spMkLst>
        </pc:spChg>
        <pc:spChg chg="del">
          <ac:chgData name="Tech Coder" userId="2fe0534fbe9f91af" providerId="Windows Live" clId="Web-{62E74970-A2C2-B386-59F1-46919432A9BD}" dt="2026-01-06T14:33:55.719" v="4"/>
          <ac:spMkLst>
            <pc:docMk/>
            <pc:sldMk cId="0" sldId="262"/>
            <ac:spMk id="3" creationId="{00000000-0000-0000-0000-000000000000}"/>
          </ac:spMkLst>
        </pc:spChg>
        <pc:spChg chg="add">
          <ac:chgData name="Tech Coder" userId="2fe0534fbe9f91af" providerId="Windows Live" clId="Web-{62E74970-A2C2-B386-59F1-46919432A9BD}" dt="2026-01-06T14:33:55.719" v="4"/>
          <ac:spMkLst>
            <pc:docMk/>
            <pc:sldMk cId="0" sldId="262"/>
            <ac:spMk id="9" creationId="{2E442304-DDBD-4F7B-8017-36BCC863FB40}"/>
          </ac:spMkLst>
        </pc:spChg>
        <pc:spChg chg="add">
          <ac:chgData name="Tech Coder" userId="2fe0534fbe9f91af" providerId="Windows Live" clId="Web-{62E74970-A2C2-B386-59F1-46919432A9BD}" dt="2026-01-06T14:33:55.719" v="4"/>
          <ac:spMkLst>
            <pc:docMk/>
            <pc:sldMk cId="0" sldId="262"/>
            <ac:spMk id="11" creationId="{5E107275-3853-46FD-A241-DE4355A42675}"/>
          </ac:spMkLst>
        </pc:spChg>
        <pc:graphicFrameChg chg="add">
          <ac:chgData name="Tech Coder" userId="2fe0534fbe9f91af" providerId="Windows Live" clId="Web-{62E74970-A2C2-B386-59F1-46919432A9BD}" dt="2026-01-06T14:33:55.719" v="4"/>
          <ac:graphicFrameMkLst>
            <pc:docMk/>
            <pc:sldMk cId="0" sldId="262"/>
            <ac:graphicFrameMk id="5" creationId="{07A5FDAB-1ECC-1DAC-8119-A26747439683}"/>
          </ac:graphicFrameMkLst>
        </pc:graphicFrameChg>
      </pc:sldChg>
      <pc:sldChg chg="addSp delSp modSp mod setBg">
        <pc:chgData name="Tech Coder" userId="2fe0534fbe9f91af" providerId="Windows Live" clId="Web-{62E74970-A2C2-B386-59F1-46919432A9BD}" dt="2026-01-06T14:33:58.970" v="5"/>
        <pc:sldMkLst>
          <pc:docMk/>
          <pc:sldMk cId="0" sldId="263"/>
        </pc:sldMkLst>
        <pc:spChg chg="mod">
          <ac:chgData name="Tech Coder" userId="2fe0534fbe9f91af" providerId="Windows Live" clId="Web-{62E74970-A2C2-B386-59F1-46919432A9BD}" dt="2026-01-06T14:33:58.970" v="5"/>
          <ac:spMkLst>
            <pc:docMk/>
            <pc:sldMk cId="0" sldId="263"/>
            <ac:spMk id="2" creationId="{00000000-0000-0000-0000-000000000000}"/>
          </ac:spMkLst>
        </pc:spChg>
        <pc:spChg chg="del">
          <ac:chgData name="Tech Coder" userId="2fe0534fbe9f91af" providerId="Windows Live" clId="Web-{62E74970-A2C2-B386-59F1-46919432A9BD}" dt="2026-01-06T14:33:58.970" v="5"/>
          <ac:spMkLst>
            <pc:docMk/>
            <pc:sldMk cId="0" sldId="263"/>
            <ac:spMk id="3" creationId="{00000000-0000-0000-0000-000000000000}"/>
          </ac:spMkLst>
        </pc:spChg>
        <pc:spChg chg="add">
          <ac:chgData name="Tech Coder" userId="2fe0534fbe9f91af" providerId="Windows Live" clId="Web-{62E74970-A2C2-B386-59F1-46919432A9BD}" dt="2026-01-06T14:33:58.970" v="5"/>
          <ac:spMkLst>
            <pc:docMk/>
            <pc:sldMk cId="0" sldId="263"/>
            <ac:spMk id="9" creationId="{BACC6370-2D7E-4714-9D71-7542949D7D5D}"/>
          </ac:spMkLst>
        </pc:spChg>
        <pc:spChg chg="add">
          <ac:chgData name="Tech Coder" userId="2fe0534fbe9f91af" providerId="Windows Live" clId="Web-{62E74970-A2C2-B386-59F1-46919432A9BD}" dt="2026-01-06T14:33:58.970" v="5"/>
          <ac:spMkLst>
            <pc:docMk/>
            <pc:sldMk cId="0" sldId="263"/>
            <ac:spMk id="11" creationId="{F68B3F68-107C-434F-AA38-110D5EA91B85}"/>
          </ac:spMkLst>
        </pc:spChg>
        <pc:spChg chg="add">
          <ac:chgData name="Tech Coder" userId="2fe0534fbe9f91af" providerId="Windows Live" clId="Web-{62E74970-A2C2-B386-59F1-46919432A9BD}" dt="2026-01-06T14:33:58.970" v="5"/>
          <ac:spMkLst>
            <pc:docMk/>
            <pc:sldMk cId="0" sldId="263"/>
            <ac:spMk id="13" creationId="{AAD0DBB9-1A4B-4391-81D4-CB19F9AB918A}"/>
          </ac:spMkLst>
        </pc:spChg>
        <pc:spChg chg="add">
          <ac:chgData name="Tech Coder" userId="2fe0534fbe9f91af" providerId="Windows Live" clId="Web-{62E74970-A2C2-B386-59F1-46919432A9BD}" dt="2026-01-06T14:33:58.970" v="5"/>
          <ac:spMkLst>
            <pc:docMk/>
            <pc:sldMk cId="0" sldId="263"/>
            <ac:spMk id="15" creationId="{063BBA22-50EA-4C4D-BE05-F1CE4E63AA56}"/>
          </ac:spMkLst>
        </pc:spChg>
        <pc:graphicFrameChg chg="add">
          <ac:chgData name="Tech Coder" userId="2fe0534fbe9f91af" providerId="Windows Live" clId="Web-{62E74970-A2C2-B386-59F1-46919432A9BD}" dt="2026-01-06T14:33:58.970" v="5"/>
          <ac:graphicFrameMkLst>
            <pc:docMk/>
            <pc:sldMk cId="0" sldId="263"/>
            <ac:graphicFrameMk id="5" creationId="{5220CD3E-8155-6DEF-9AD0-06A6BD67525B}"/>
          </ac:graphicFrameMkLst>
        </pc:graphicFrameChg>
      </pc:sldChg>
    </pc:docChg>
  </pc:docChgLst>
  <pc:docChgLst>
    <pc:chgData name="Tech Coder" userId="2fe0534fbe9f91af" providerId="Windows Live" clId="Web-{EC23CA57-6080-56BC-2AC7-0F9EEBB2233B}"/>
    <pc:docChg chg="modSld">
      <pc:chgData name="Tech Coder" userId="2fe0534fbe9f91af" providerId="Windows Live" clId="Web-{EC23CA57-6080-56BC-2AC7-0F9EEBB2233B}" dt="2026-01-06T14:28:59.464" v="3"/>
      <pc:docMkLst>
        <pc:docMk/>
      </pc:docMkLst>
      <pc:sldChg chg="addSp delSp modSp mod setBg">
        <pc:chgData name="Tech Coder" userId="2fe0534fbe9f91af" providerId="Windows Live" clId="Web-{EC23CA57-6080-56BC-2AC7-0F9EEBB2233B}" dt="2026-01-06T14:28:47.448" v="2"/>
        <pc:sldMkLst>
          <pc:docMk/>
          <pc:sldMk cId="0" sldId="256"/>
        </pc:sldMkLst>
        <pc:spChg chg="mod">
          <ac:chgData name="Tech Coder" userId="2fe0534fbe9f91af" providerId="Windows Live" clId="Web-{EC23CA57-6080-56BC-2AC7-0F9EEBB2233B}" dt="2026-01-06T14:28:47.448" v="2"/>
          <ac:spMkLst>
            <pc:docMk/>
            <pc:sldMk cId="0" sldId="256"/>
            <ac:spMk id="2" creationId="{00000000-0000-0000-0000-000000000000}"/>
          </ac:spMkLst>
        </pc:spChg>
        <pc:spChg chg="add del">
          <ac:chgData name="Tech Coder" userId="2fe0534fbe9f91af" providerId="Windows Live" clId="Web-{EC23CA57-6080-56BC-2AC7-0F9EEBB2233B}" dt="2026-01-06T14:28:47.448" v="2"/>
          <ac:spMkLst>
            <pc:docMk/>
            <pc:sldMk cId="0" sldId="256"/>
            <ac:spMk id="3" creationId="{00000000-0000-0000-0000-000000000000}"/>
          </ac:spMkLst>
        </pc:spChg>
        <pc:spChg chg="add del">
          <ac:chgData name="Tech Coder" userId="2fe0534fbe9f91af" providerId="Windows Live" clId="Web-{EC23CA57-6080-56BC-2AC7-0F9EEBB2233B}" dt="2026-01-06T14:28:47.433" v="1"/>
          <ac:spMkLst>
            <pc:docMk/>
            <pc:sldMk cId="0" sldId="256"/>
            <ac:spMk id="9" creationId="{2659FDB4-FCBE-4A89-B46D-43D4FA54464D}"/>
          </ac:spMkLst>
        </pc:spChg>
        <pc:spChg chg="add">
          <ac:chgData name="Tech Coder" userId="2fe0534fbe9f91af" providerId="Windows Live" clId="Web-{EC23CA57-6080-56BC-2AC7-0F9EEBB2233B}" dt="2026-01-06T14:28:47.448" v="2"/>
          <ac:spMkLst>
            <pc:docMk/>
            <pc:sldMk cId="0" sldId="256"/>
            <ac:spMk id="10" creationId="{245A9F99-D9B1-4094-A2E2-B90AC1DB7B9C}"/>
          </ac:spMkLst>
        </pc:spChg>
        <pc:spChg chg="add">
          <ac:chgData name="Tech Coder" userId="2fe0534fbe9f91af" providerId="Windows Live" clId="Web-{EC23CA57-6080-56BC-2AC7-0F9EEBB2233B}" dt="2026-01-06T14:28:47.448" v="2"/>
          <ac:spMkLst>
            <pc:docMk/>
            <pc:sldMk cId="0" sldId="256"/>
            <ac:spMk id="12" creationId="{B7FAF607-473A-4A43-A23D-BBFF5C4117BB}"/>
          </ac:spMkLst>
        </pc:spChg>
        <pc:spChg chg="add">
          <ac:chgData name="Tech Coder" userId="2fe0534fbe9f91af" providerId="Windows Live" clId="Web-{EC23CA57-6080-56BC-2AC7-0F9EEBB2233B}" dt="2026-01-06T14:28:47.448" v="2"/>
          <ac:spMkLst>
            <pc:docMk/>
            <pc:sldMk cId="0" sldId="256"/>
            <ac:spMk id="13" creationId="{00000000-0000-0000-0000-000000000000}"/>
          </ac:spMkLst>
        </pc:spChg>
        <pc:grpChg chg="add">
          <ac:chgData name="Tech Coder" userId="2fe0534fbe9f91af" providerId="Windows Live" clId="Web-{EC23CA57-6080-56BC-2AC7-0F9EEBB2233B}" dt="2026-01-06T14:28:47.448" v="2"/>
          <ac:grpSpMkLst>
            <pc:docMk/>
            <pc:sldMk cId="0" sldId="256"/>
            <ac:grpSpMk id="14" creationId="{C5F6476F-D303-44D3-B30F-1BA348F0F64A}"/>
          </ac:grpSpMkLst>
        </pc:grpChg>
        <pc:graphicFrameChg chg="add del">
          <ac:chgData name="Tech Coder" userId="2fe0534fbe9f91af" providerId="Windows Live" clId="Web-{EC23CA57-6080-56BC-2AC7-0F9EEBB2233B}" dt="2026-01-06T14:28:47.433" v="1"/>
          <ac:graphicFrameMkLst>
            <pc:docMk/>
            <pc:sldMk cId="0" sldId="256"/>
            <ac:graphicFrameMk id="5" creationId="{C03E939D-4AC7-5A79-6AA1-CFDA7E2AAF81}"/>
          </ac:graphicFrameMkLst>
        </pc:graphicFrameChg>
        <pc:picChg chg="add">
          <ac:chgData name="Tech Coder" userId="2fe0534fbe9f91af" providerId="Windows Live" clId="Web-{EC23CA57-6080-56BC-2AC7-0F9EEBB2233B}" dt="2026-01-06T14:28:47.448" v="2"/>
          <ac:picMkLst>
            <pc:docMk/>
            <pc:sldMk cId="0" sldId="256"/>
            <ac:picMk id="7" creationId="{032E6238-63DA-5DFF-BEA8-04D57F279943}"/>
          </ac:picMkLst>
        </pc:picChg>
        <pc:cxnChg chg="add del">
          <ac:chgData name="Tech Coder" userId="2fe0534fbe9f91af" providerId="Windows Live" clId="Web-{EC23CA57-6080-56BC-2AC7-0F9EEBB2233B}" dt="2026-01-06T14:28:47.433" v="1"/>
          <ac:cxnSpMkLst>
            <pc:docMk/>
            <pc:sldMk cId="0" sldId="256"/>
            <ac:cxnSpMk id="11" creationId="{C8F51B3F-8331-4E4A-AE96-D47B1006EEAD}"/>
          </ac:cxnSpMkLst>
        </pc:cxnChg>
      </pc:sldChg>
      <pc:sldChg chg="addSp delSp modSp mod setBg">
        <pc:chgData name="Tech Coder" userId="2fe0534fbe9f91af" providerId="Windows Live" clId="Web-{EC23CA57-6080-56BC-2AC7-0F9EEBB2233B}" dt="2026-01-06T14:28:59.464" v="3"/>
        <pc:sldMkLst>
          <pc:docMk/>
          <pc:sldMk cId="0" sldId="257"/>
        </pc:sldMkLst>
        <pc:spChg chg="mod">
          <ac:chgData name="Tech Coder" userId="2fe0534fbe9f91af" providerId="Windows Live" clId="Web-{EC23CA57-6080-56BC-2AC7-0F9EEBB2233B}" dt="2026-01-06T14:28:59.464" v="3"/>
          <ac:spMkLst>
            <pc:docMk/>
            <pc:sldMk cId="0" sldId="257"/>
            <ac:spMk id="2" creationId="{00000000-0000-0000-0000-000000000000}"/>
          </ac:spMkLst>
        </pc:spChg>
        <pc:spChg chg="del">
          <ac:chgData name="Tech Coder" userId="2fe0534fbe9f91af" providerId="Windows Live" clId="Web-{EC23CA57-6080-56BC-2AC7-0F9EEBB2233B}" dt="2026-01-06T14:28:59.464" v="3"/>
          <ac:spMkLst>
            <pc:docMk/>
            <pc:sldMk cId="0" sldId="257"/>
            <ac:spMk id="3" creationId="{00000000-0000-0000-0000-000000000000}"/>
          </ac:spMkLst>
        </pc:spChg>
        <pc:spChg chg="add">
          <ac:chgData name="Tech Coder" userId="2fe0534fbe9f91af" providerId="Windows Live" clId="Web-{EC23CA57-6080-56BC-2AC7-0F9EEBB2233B}" dt="2026-01-06T14:28:59.464" v="3"/>
          <ac:spMkLst>
            <pc:docMk/>
            <pc:sldMk cId="0" sldId="257"/>
            <ac:spMk id="10" creationId="{B50AB553-2A96-4A92-96F2-93548E096954}"/>
          </ac:spMkLst>
        </pc:spChg>
        <pc:graphicFrameChg chg="add">
          <ac:chgData name="Tech Coder" userId="2fe0534fbe9f91af" providerId="Windows Live" clId="Web-{EC23CA57-6080-56BC-2AC7-0F9EEBB2233B}" dt="2026-01-06T14:28:59.464" v="3"/>
          <ac:graphicFrameMkLst>
            <pc:docMk/>
            <pc:sldMk cId="0" sldId="257"/>
            <ac:graphicFrameMk id="5" creationId="{A5783FC9-034C-A1BD-1EE5-4D3D112FD1DB}"/>
          </ac:graphicFrameMkLst>
        </pc:graphicFrameChg>
        <pc:picChg chg="add">
          <ac:chgData name="Tech Coder" userId="2fe0534fbe9f91af" providerId="Windows Live" clId="Web-{EC23CA57-6080-56BC-2AC7-0F9EEBB2233B}" dt="2026-01-06T14:28:59.464" v="3"/>
          <ac:picMkLst>
            <pc:docMk/>
            <pc:sldMk cId="0" sldId="257"/>
            <ac:picMk id="6" creationId="{AF104EDB-6950-3FAF-1478-5165DBDEFC31}"/>
          </ac:picMkLst>
        </pc:picChg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4938C3-9468-4A34-9797-F80DFEF9F717}" type="doc">
      <dgm:prSet loTypeId="urn:microsoft.com/office/officeart/2005/8/layout/default" loCatId="list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19A7FF2-C687-40F0-B32E-965552A9A7DF}">
      <dgm:prSet/>
      <dgm:spPr/>
      <dgm:t>
        <a:bodyPr/>
        <a:lstStyle/>
        <a:p>
          <a:r>
            <a:rPr lang="en-US"/>
            <a:t>• Monitor real-time traffic conditions</a:t>
          </a:r>
        </a:p>
      </dgm:t>
    </dgm:pt>
    <dgm:pt modelId="{767E42D9-F577-46A0-B59D-D26C260F5E9B}" type="parTrans" cxnId="{4A78F510-2D00-42A7-96D6-55A08CCC2CDB}">
      <dgm:prSet/>
      <dgm:spPr/>
      <dgm:t>
        <a:bodyPr/>
        <a:lstStyle/>
        <a:p>
          <a:endParaRPr lang="en-US"/>
        </a:p>
      </dgm:t>
    </dgm:pt>
    <dgm:pt modelId="{B9655CCD-26A4-454E-8140-804B7ED65E0F}" type="sibTrans" cxnId="{4A78F510-2D00-42A7-96D6-55A08CCC2CDB}">
      <dgm:prSet/>
      <dgm:spPr/>
      <dgm:t>
        <a:bodyPr/>
        <a:lstStyle/>
        <a:p>
          <a:endParaRPr lang="en-US"/>
        </a:p>
      </dgm:t>
    </dgm:pt>
    <dgm:pt modelId="{65F40477-0A28-4EDC-B671-856E96E6019B}">
      <dgm:prSet/>
      <dgm:spPr/>
      <dgm:t>
        <a:bodyPr/>
        <a:lstStyle/>
        <a:p>
          <a:r>
            <a:rPr lang="en-US"/>
            <a:t>• Manage fleet status (active, idle, delayed)</a:t>
          </a:r>
        </a:p>
      </dgm:t>
    </dgm:pt>
    <dgm:pt modelId="{D043FA08-E135-49A5-AF0C-C725F90548E4}" type="parTrans" cxnId="{520802A0-7CF5-4E9C-A00D-8C93CE94997D}">
      <dgm:prSet/>
      <dgm:spPr/>
      <dgm:t>
        <a:bodyPr/>
        <a:lstStyle/>
        <a:p>
          <a:endParaRPr lang="en-US"/>
        </a:p>
      </dgm:t>
    </dgm:pt>
    <dgm:pt modelId="{C6C49268-06DD-43C3-A64A-9FBFF2FF4C92}" type="sibTrans" cxnId="{520802A0-7CF5-4E9C-A00D-8C93CE94997D}">
      <dgm:prSet/>
      <dgm:spPr/>
      <dgm:t>
        <a:bodyPr/>
        <a:lstStyle/>
        <a:p>
          <a:endParaRPr lang="en-US"/>
        </a:p>
      </dgm:t>
    </dgm:pt>
    <dgm:pt modelId="{45AB83E7-A6B9-43CF-A109-B63597D328F5}">
      <dgm:prSet/>
      <dgm:spPr/>
      <dgm:t>
        <a:bodyPr/>
        <a:lstStyle/>
        <a:p>
          <a:r>
            <a:rPr lang="en-US"/>
            <a:t>• Identify congestion &amp; risk zones</a:t>
          </a:r>
        </a:p>
      </dgm:t>
    </dgm:pt>
    <dgm:pt modelId="{0F8E6881-A7EE-4EA6-8DA7-AB10752FD5C2}" type="parTrans" cxnId="{B786744D-6596-4551-ACDB-CF32285F4D33}">
      <dgm:prSet/>
      <dgm:spPr/>
      <dgm:t>
        <a:bodyPr/>
        <a:lstStyle/>
        <a:p>
          <a:endParaRPr lang="en-US"/>
        </a:p>
      </dgm:t>
    </dgm:pt>
    <dgm:pt modelId="{84E04918-952C-4B7A-BBFC-B0812184CB6F}" type="sibTrans" cxnId="{B786744D-6596-4551-ACDB-CF32285F4D33}">
      <dgm:prSet/>
      <dgm:spPr/>
      <dgm:t>
        <a:bodyPr/>
        <a:lstStyle/>
        <a:p>
          <a:endParaRPr lang="en-US"/>
        </a:p>
      </dgm:t>
    </dgm:pt>
    <dgm:pt modelId="{3ED7DD34-9E92-4D19-B943-137DE88994CF}">
      <dgm:prSet/>
      <dgm:spPr/>
      <dgm:t>
        <a:bodyPr/>
        <a:lstStyle/>
        <a:p>
          <a:r>
            <a:rPr lang="en-US"/>
            <a:t>• Assign safe and optimized routes to drivers</a:t>
          </a:r>
        </a:p>
      </dgm:t>
    </dgm:pt>
    <dgm:pt modelId="{6047F599-BCF4-4EBE-848D-1A29C6D669C0}" type="parTrans" cxnId="{E30665A5-C2C0-41BE-9697-2872DF200733}">
      <dgm:prSet/>
      <dgm:spPr/>
      <dgm:t>
        <a:bodyPr/>
        <a:lstStyle/>
        <a:p>
          <a:endParaRPr lang="en-US"/>
        </a:p>
      </dgm:t>
    </dgm:pt>
    <dgm:pt modelId="{6DC94333-1379-4E90-83C4-F86EFCB1CF83}" type="sibTrans" cxnId="{E30665A5-C2C0-41BE-9697-2872DF200733}">
      <dgm:prSet/>
      <dgm:spPr/>
      <dgm:t>
        <a:bodyPr/>
        <a:lstStyle/>
        <a:p>
          <a:endParaRPr lang="en-US"/>
        </a:p>
      </dgm:t>
    </dgm:pt>
    <dgm:pt modelId="{17A7F939-98F7-4533-90DF-78EB4E7EA11F}" type="pres">
      <dgm:prSet presAssocID="{9D4938C3-9468-4A34-9797-F80DFEF9F717}" presName="diagram" presStyleCnt="0">
        <dgm:presLayoutVars>
          <dgm:dir/>
          <dgm:resizeHandles val="exact"/>
        </dgm:presLayoutVars>
      </dgm:prSet>
      <dgm:spPr/>
    </dgm:pt>
    <dgm:pt modelId="{411E0236-8757-43F9-84D8-9BEB0AA94AD5}" type="pres">
      <dgm:prSet presAssocID="{019A7FF2-C687-40F0-B32E-965552A9A7DF}" presName="node" presStyleLbl="node1" presStyleIdx="0" presStyleCnt="4">
        <dgm:presLayoutVars>
          <dgm:bulletEnabled val="1"/>
        </dgm:presLayoutVars>
      </dgm:prSet>
      <dgm:spPr/>
    </dgm:pt>
    <dgm:pt modelId="{0FE0FCCE-FC03-4BC1-B17A-4B985767917A}" type="pres">
      <dgm:prSet presAssocID="{B9655CCD-26A4-454E-8140-804B7ED65E0F}" presName="sibTrans" presStyleCnt="0"/>
      <dgm:spPr/>
    </dgm:pt>
    <dgm:pt modelId="{A5874A6F-F86B-4F9E-8540-55B36E2751C3}" type="pres">
      <dgm:prSet presAssocID="{65F40477-0A28-4EDC-B671-856E96E6019B}" presName="node" presStyleLbl="node1" presStyleIdx="1" presStyleCnt="4">
        <dgm:presLayoutVars>
          <dgm:bulletEnabled val="1"/>
        </dgm:presLayoutVars>
      </dgm:prSet>
      <dgm:spPr/>
    </dgm:pt>
    <dgm:pt modelId="{FA293295-B988-4D9B-A803-67E822B04EBE}" type="pres">
      <dgm:prSet presAssocID="{C6C49268-06DD-43C3-A64A-9FBFF2FF4C92}" presName="sibTrans" presStyleCnt="0"/>
      <dgm:spPr/>
    </dgm:pt>
    <dgm:pt modelId="{2BBB3FBB-1F5E-4632-AD3A-AA655B3A6D3F}" type="pres">
      <dgm:prSet presAssocID="{45AB83E7-A6B9-43CF-A109-B63597D328F5}" presName="node" presStyleLbl="node1" presStyleIdx="2" presStyleCnt="4">
        <dgm:presLayoutVars>
          <dgm:bulletEnabled val="1"/>
        </dgm:presLayoutVars>
      </dgm:prSet>
      <dgm:spPr/>
    </dgm:pt>
    <dgm:pt modelId="{E21BE450-9A9A-4F56-BFA4-5449067A5BB9}" type="pres">
      <dgm:prSet presAssocID="{84E04918-952C-4B7A-BBFC-B0812184CB6F}" presName="sibTrans" presStyleCnt="0"/>
      <dgm:spPr/>
    </dgm:pt>
    <dgm:pt modelId="{B0E4132A-DAB9-4773-A446-78B5D03E8D88}" type="pres">
      <dgm:prSet presAssocID="{3ED7DD34-9E92-4D19-B943-137DE88994CF}" presName="node" presStyleLbl="node1" presStyleIdx="3" presStyleCnt="4">
        <dgm:presLayoutVars>
          <dgm:bulletEnabled val="1"/>
        </dgm:presLayoutVars>
      </dgm:prSet>
      <dgm:spPr/>
    </dgm:pt>
  </dgm:ptLst>
  <dgm:cxnLst>
    <dgm:cxn modelId="{4A78F510-2D00-42A7-96D6-55A08CCC2CDB}" srcId="{9D4938C3-9468-4A34-9797-F80DFEF9F717}" destId="{019A7FF2-C687-40F0-B32E-965552A9A7DF}" srcOrd="0" destOrd="0" parTransId="{767E42D9-F577-46A0-B59D-D26C260F5E9B}" sibTransId="{B9655CCD-26A4-454E-8140-804B7ED65E0F}"/>
    <dgm:cxn modelId="{9C9E7E2C-04D7-48A6-AE67-C7F8E005C172}" type="presOf" srcId="{019A7FF2-C687-40F0-B32E-965552A9A7DF}" destId="{411E0236-8757-43F9-84D8-9BEB0AA94AD5}" srcOrd="0" destOrd="0" presId="urn:microsoft.com/office/officeart/2005/8/layout/default"/>
    <dgm:cxn modelId="{B786744D-6596-4551-ACDB-CF32285F4D33}" srcId="{9D4938C3-9468-4A34-9797-F80DFEF9F717}" destId="{45AB83E7-A6B9-43CF-A109-B63597D328F5}" srcOrd="2" destOrd="0" parTransId="{0F8E6881-A7EE-4EA6-8DA7-AB10752FD5C2}" sibTransId="{84E04918-952C-4B7A-BBFC-B0812184CB6F}"/>
    <dgm:cxn modelId="{B4AF6D9E-F636-4A00-A4ED-44159B9DFB9D}" type="presOf" srcId="{3ED7DD34-9E92-4D19-B943-137DE88994CF}" destId="{B0E4132A-DAB9-4773-A446-78B5D03E8D88}" srcOrd="0" destOrd="0" presId="urn:microsoft.com/office/officeart/2005/8/layout/default"/>
    <dgm:cxn modelId="{AF097D9F-DA14-4B27-BB89-49F0F0E892AB}" type="presOf" srcId="{65F40477-0A28-4EDC-B671-856E96E6019B}" destId="{A5874A6F-F86B-4F9E-8540-55B36E2751C3}" srcOrd="0" destOrd="0" presId="urn:microsoft.com/office/officeart/2005/8/layout/default"/>
    <dgm:cxn modelId="{520802A0-7CF5-4E9C-A00D-8C93CE94997D}" srcId="{9D4938C3-9468-4A34-9797-F80DFEF9F717}" destId="{65F40477-0A28-4EDC-B671-856E96E6019B}" srcOrd="1" destOrd="0" parTransId="{D043FA08-E135-49A5-AF0C-C725F90548E4}" sibTransId="{C6C49268-06DD-43C3-A64A-9FBFF2FF4C92}"/>
    <dgm:cxn modelId="{E30665A5-C2C0-41BE-9697-2872DF200733}" srcId="{9D4938C3-9468-4A34-9797-F80DFEF9F717}" destId="{3ED7DD34-9E92-4D19-B943-137DE88994CF}" srcOrd="3" destOrd="0" parTransId="{6047F599-BCF4-4EBE-848D-1A29C6D669C0}" sibTransId="{6DC94333-1379-4E90-83C4-F86EFCB1CF83}"/>
    <dgm:cxn modelId="{D804E8B2-647B-4AEB-BCEB-BE5D70844AC0}" type="presOf" srcId="{45AB83E7-A6B9-43CF-A109-B63597D328F5}" destId="{2BBB3FBB-1F5E-4632-AD3A-AA655B3A6D3F}" srcOrd="0" destOrd="0" presId="urn:microsoft.com/office/officeart/2005/8/layout/default"/>
    <dgm:cxn modelId="{8160FFF4-9573-4774-8DFE-D6562C2CADCB}" type="presOf" srcId="{9D4938C3-9468-4A34-9797-F80DFEF9F717}" destId="{17A7F939-98F7-4533-90DF-78EB4E7EA11F}" srcOrd="0" destOrd="0" presId="urn:microsoft.com/office/officeart/2005/8/layout/default"/>
    <dgm:cxn modelId="{754B719F-3CD3-48F0-B90A-A9FB52C30166}" type="presParOf" srcId="{17A7F939-98F7-4533-90DF-78EB4E7EA11F}" destId="{411E0236-8757-43F9-84D8-9BEB0AA94AD5}" srcOrd="0" destOrd="0" presId="urn:microsoft.com/office/officeart/2005/8/layout/default"/>
    <dgm:cxn modelId="{8F5A905B-D8B5-4BB7-A0ED-B0C7C506BEBD}" type="presParOf" srcId="{17A7F939-98F7-4533-90DF-78EB4E7EA11F}" destId="{0FE0FCCE-FC03-4BC1-B17A-4B985767917A}" srcOrd="1" destOrd="0" presId="urn:microsoft.com/office/officeart/2005/8/layout/default"/>
    <dgm:cxn modelId="{3AB150AE-B0F4-4FDD-9461-71F7F8A59201}" type="presParOf" srcId="{17A7F939-98F7-4533-90DF-78EB4E7EA11F}" destId="{A5874A6F-F86B-4F9E-8540-55B36E2751C3}" srcOrd="2" destOrd="0" presId="urn:microsoft.com/office/officeart/2005/8/layout/default"/>
    <dgm:cxn modelId="{2D55614E-6A98-435F-B8B6-E7CFDC65063F}" type="presParOf" srcId="{17A7F939-98F7-4533-90DF-78EB4E7EA11F}" destId="{FA293295-B988-4D9B-A803-67E822B04EBE}" srcOrd="3" destOrd="0" presId="urn:microsoft.com/office/officeart/2005/8/layout/default"/>
    <dgm:cxn modelId="{D234A8FF-12EA-4B81-A50A-6E0F58814FD3}" type="presParOf" srcId="{17A7F939-98F7-4533-90DF-78EB4E7EA11F}" destId="{2BBB3FBB-1F5E-4632-AD3A-AA655B3A6D3F}" srcOrd="4" destOrd="0" presId="urn:microsoft.com/office/officeart/2005/8/layout/default"/>
    <dgm:cxn modelId="{7F30EE8F-8F2E-445B-A8D8-26F1C3BE0971}" type="presParOf" srcId="{17A7F939-98F7-4533-90DF-78EB4E7EA11F}" destId="{E21BE450-9A9A-4F56-BFA4-5449067A5BB9}" srcOrd="5" destOrd="0" presId="urn:microsoft.com/office/officeart/2005/8/layout/default"/>
    <dgm:cxn modelId="{877789DF-AC39-4E03-9FF3-115AC628E7BD}" type="presParOf" srcId="{17A7F939-98F7-4533-90DF-78EB4E7EA11F}" destId="{B0E4132A-DAB9-4773-A446-78B5D03E8D88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9AD7421-FDFE-4566-BAD8-9EE5B0B2AB4B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565D2AF-6587-4DCF-9AD0-4B820BA39AF9}">
      <dgm:prSet/>
      <dgm:spPr/>
      <dgm:t>
        <a:bodyPr/>
        <a:lstStyle/>
        <a:p>
          <a:r>
            <a:rPr lang="en-US"/>
            <a:t>• Selects best route between source &amp; destination</a:t>
          </a:r>
        </a:p>
      </dgm:t>
    </dgm:pt>
    <dgm:pt modelId="{9F1F4D9A-705D-46DB-B4E8-809F79ACD59C}" type="parTrans" cxnId="{4D5975D0-3151-4D37-BF7A-2DE58853DB99}">
      <dgm:prSet/>
      <dgm:spPr/>
      <dgm:t>
        <a:bodyPr/>
        <a:lstStyle/>
        <a:p>
          <a:endParaRPr lang="en-US"/>
        </a:p>
      </dgm:t>
    </dgm:pt>
    <dgm:pt modelId="{BC61FB96-9C0E-4BD4-BCAD-157090A65B06}" type="sibTrans" cxnId="{4D5975D0-3151-4D37-BF7A-2DE58853DB99}">
      <dgm:prSet/>
      <dgm:spPr/>
      <dgm:t>
        <a:bodyPr/>
        <a:lstStyle/>
        <a:p>
          <a:endParaRPr lang="en-US"/>
        </a:p>
      </dgm:t>
    </dgm:pt>
    <dgm:pt modelId="{6F0CC0BC-1B6E-4F01-BDC8-1F44958566D4}">
      <dgm:prSet/>
      <dgm:spPr/>
      <dgm:t>
        <a:bodyPr/>
        <a:lstStyle/>
        <a:p>
          <a:r>
            <a:rPr lang="en-US"/>
            <a:t>• Uses traffic density &amp; congestion data</a:t>
          </a:r>
        </a:p>
      </dgm:t>
    </dgm:pt>
    <dgm:pt modelId="{AF98747D-06CE-4B42-9DAA-559E853034E4}" type="parTrans" cxnId="{A5D816FB-4058-4843-A96A-229E1E2F55E5}">
      <dgm:prSet/>
      <dgm:spPr/>
      <dgm:t>
        <a:bodyPr/>
        <a:lstStyle/>
        <a:p>
          <a:endParaRPr lang="en-US"/>
        </a:p>
      </dgm:t>
    </dgm:pt>
    <dgm:pt modelId="{2FC56269-892E-44DC-A6F1-A62C700AE9B5}" type="sibTrans" cxnId="{A5D816FB-4058-4843-A96A-229E1E2F55E5}">
      <dgm:prSet/>
      <dgm:spPr/>
      <dgm:t>
        <a:bodyPr/>
        <a:lstStyle/>
        <a:p>
          <a:endParaRPr lang="en-US"/>
        </a:p>
      </dgm:t>
    </dgm:pt>
    <dgm:pt modelId="{4E3CC72C-1DF4-4FD0-AD27-6D3CAD14F333}">
      <dgm:prSet/>
      <dgm:spPr/>
      <dgm:t>
        <a:bodyPr/>
        <a:lstStyle/>
        <a:p>
          <a:r>
            <a:rPr lang="en-US"/>
            <a:t>• Reduces travel time &amp; fuel usage</a:t>
          </a:r>
        </a:p>
      </dgm:t>
    </dgm:pt>
    <dgm:pt modelId="{B3047E75-08D8-439D-BFF7-D0C94E800572}" type="parTrans" cxnId="{2F4CC218-3066-461F-93A5-8095250220FD}">
      <dgm:prSet/>
      <dgm:spPr/>
      <dgm:t>
        <a:bodyPr/>
        <a:lstStyle/>
        <a:p>
          <a:endParaRPr lang="en-US"/>
        </a:p>
      </dgm:t>
    </dgm:pt>
    <dgm:pt modelId="{14694E30-FBC5-4940-875E-C208446597C8}" type="sibTrans" cxnId="{2F4CC218-3066-461F-93A5-8095250220FD}">
      <dgm:prSet/>
      <dgm:spPr/>
      <dgm:t>
        <a:bodyPr/>
        <a:lstStyle/>
        <a:p>
          <a:endParaRPr lang="en-US"/>
        </a:p>
      </dgm:t>
    </dgm:pt>
    <dgm:pt modelId="{5B15F173-53E6-4F56-85E2-8FF1A0F659A6}">
      <dgm:prSet/>
      <dgm:spPr/>
      <dgm:t>
        <a:bodyPr/>
        <a:lstStyle/>
        <a:p>
          <a:r>
            <a:rPr lang="en-US"/>
            <a:t>• Improves fleet efficiency</a:t>
          </a:r>
        </a:p>
      </dgm:t>
    </dgm:pt>
    <dgm:pt modelId="{A411BB9F-4AEA-4012-BDA0-59B6040987E2}" type="parTrans" cxnId="{112DF332-FA51-4344-916E-7083B73E755C}">
      <dgm:prSet/>
      <dgm:spPr/>
      <dgm:t>
        <a:bodyPr/>
        <a:lstStyle/>
        <a:p>
          <a:endParaRPr lang="en-US"/>
        </a:p>
      </dgm:t>
    </dgm:pt>
    <dgm:pt modelId="{C67A075A-C133-4AE4-B26B-4924E2264A2A}" type="sibTrans" cxnId="{112DF332-FA51-4344-916E-7083B73E755C}">
      <dgm:prSet/>
      <dgm:spPr/>
      <dgm:t>
        <a:bodyPr/>
        <a:lstStyle/>
        <a:p>
          <a:endParaRPr lang="en-US"/>
        </a:p>
      </dgm:t>
    </dgm:pt>
    <dgm:pt modelId="{D0B5269C-C53B-4AA3-AFB9-2243F2CB96DD}" type="pres">
      <dgm:prSet presAssocID="{89AD7421-FDFE-4566-BAD8-9EE5B0B2AB4B}" presName="linear" presStyleCnt="0">
        <dgm:presLayoutVars>
          <dgm:animLvl val="lvl"/>
          <dgm:resizeHandles val="exact"/>
        </dgm:presLayoutVars>
      </dgm:prSet>
      <dgm:spPr/>
    </dgm:pt>
    <dgm:pt modelId="{069E91EF-F7EF-4FA6-9D4A-B4F645FCC382}" type="pres">
      <dgm:prSet presAssocID="{5565D2AF-6587-4DCF-9AD0-4B820BA39AF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78EC636-C126-4D21-BB8C-2189058E64D8}" type="pres">
      <dgm:prSet presAssocID="{BC61FB96-9C0E-4BD4-BCAD-157090A65B06}" presName="spacer" presStyleCnt="0"/>
      <dgm:spPr/>
    </dgm:pt>
    <dgm:pt modelId="{A6171F87-0816-47DB-8437-6B60A6C04340}" type="pres">
      <dgm:prSet presAssocID="{6F0CC0BC-1B6E-4F01-BDC8-1F44958566D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4BBFC55-213B-4000-8282-4FE151718E0B}" type="pres">
      <dgm:prSet presAssocID="{2FC56269-892E-44DC-A6F1-A62C700AE9B5}" presName="spacer" presStyleCnt="0"/>
      <dgm:spPr/>
    </dgm:pt>
    <dgm:pt modelId="{C464599D-9D2A-45C7-A52B-0240DAF941B5}" type="pres">
      <dgm:prSet presAssocID="{4E3CC72C-1DF4-4FD0-AD27-6D3CAD14F33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1E2FD22-13C2-4481-BB6E-AF129FC24569}" type="pres">
      <dgm:prSet presAssocID="{14694E30-FBC5-4940-875E-C208446597C8}" presName="spacer" presStyleCnt="0"/>
      <dgm:spPr/>
    </dgm:pt>
    <dgm:pt modelId="{C090CAE9-BE80-4C11-9059-D8AD842C4D8C}" type="pres">
      <dgm:prSet presAssocID="{5B15F173-53E6-4F56-85E2-8FF1A0F659A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F4CC218-3066-461F-93A5-8095250220FD}" srcId="{89AD7421-FDFE-4566-BAD8-9EE5B0B2AB4B}" destId="{4E3CC72C-1DF4-4FD0-AD27-6D3CAD14F333}" srcOrd="2" destOrd="0" parTransId="{B3047E75-08D8-439D-BFF7-D0C94E800572}" sibTransId="{14694E30-FBC5-4940-875E-C208446597C8}"/>
    <dgm:cxn modelId="{112DF332-FA51-4344-916E-7083B73E755C}" srcId="{89AD7421-FDFE-4566-BAD8-9EE5B0B2AB4B}" destId="{5B15F173-53E6-4F56-85E2-8FF1A0F659A6}" srcOrd="3" destOrd="0" parTransId="{A411BB9F-4AEA-4012-BDA0-59B6040987E2}" sibTransId="{C67A075A-C133-4AE4-B26B-4924E2264A2A}"/>
    <dgm:cxn modelId="{277A8661-76E1-4FA6-B11F-19CE9BA1A211}" type="presOf" srcId="{6F0CC0BC-1B6E-4F01-BDC8-1F44958566D4}" destId="{A6171F87-0816-47DB-8437-6B60A6C04340}" srcOrd="0" destOrd="0" presId="urn:microsoft.com/office/officeart/2005/8/layout/vList2"/>
    <dgm:cxn modelId="{2CC77E7E-8B6A-4674-8F3C-DE8F01BCE79C}" type="presOf" srcId="{5B15F173-53E6-4F56-85E2-8FF1A0F659A6}" destId="{C090CAE9-BE80-4C11-9059-D8AD842C4D8C}" srcOrd="0" destOrd="0" presId="urn:microsoft.com/office/officeart/2005/8/layout/vList2"/>
    <dgm:cxn modelId="{405DE595-1DB0-48D9-A5D0-7D884B593BF1}" type="presOf" srcId="{89AD7421-FDFE-4566-BAD8-9EE5B0B2AB4B}" destId="{D0B5269C-C53B-4AA3-AFB9-2243F2CB96DD}" srcOrd="0" destOrd="0" presId="urn:microsoft.com/office/officeart/2005/8/layout/vList2"/>
    <dgm:cxn modelId="{0448929B-A57B-47DF-A385-38FB2B2CF1AD}" type="presOf" srcId="{5565D2AF-6587-4DCF-9AD0-4B820BA39AF9}" destId="{069E91EF-F7EF-4FA6-9D4A-B4F645FCC382}" srcOrd="0" destOrd="0" presId="urn:microsoft.com/office/officeart/2005/8/layout/vList2"/>
    <dgm:cxn modelId="{A2478DB9-80DF-480F-A2B0-657497DAAF89}" type="presOf" srcId="{4E3CC72C-1DF4-4FD0-AD27-6D3CAD14F333}" destId="{C464599D-9D2A-45C7-A52B-0240DAF941B5}" srcOrd="0" destOrd="0" presId="urn:microsoft.com/office/officeart/2005/8/layout/vList2"/>
    <dgm:cxn modelId="{4D5975D0-3151-4D37-BF7A-2DE58853DB99}" srcId="{89AD7421-FDFE-4566-BAD8-9EE5B0B2AB4B}" destId="{5565D2AF-6587-4DCF-9AD0-4B820BA39AF9}" srcOrd="0" destOrd="0" parTransId="{9F1F4D9A-705D-46DB-B4E8-809F79ACD59C}" sibTransId="{BC61FB96-9C0E-4BD4-BCAD-157090A65B06}"/>
    <dgm:cxn modelId="{A5D816FB-4058-4843-A96A-229E1E2F55E5}" srcId="{89AD7421-FDFE-4566-BAD8-9EE5B0B2AB4B}" destId="{6F0CC0BC-1B6E-4F01-BDC8-1F44958566D4}" srcOrd="1" destOrd="0" parTransId="{AF98747D-06CE-4B42-9DAA-559E853034E4}" sibTransId="{2FC56269-892E-44DC-A6F1-A62C700AE9B5}"/>
    <dgm:cxn modelId="{487975AC-C9E4-48CC-9E6A-2D01148C45A5}" type="presParOf" srcId="{D0B5269C-C53B-4AA3-AFB9-2243F2CB96DD}" destId="{069E91EF-F7EF-4FA6-9D4A-B4F645FCC382}" srcOrd="0" destOrd="0" presId="urn:microsoft.com/office/officeart/2005/8/layout/vList2"/>
    <dgm:cxn modelId="{01670363-57C7-4D13-9B19-12CAAF1DE71D}" type="presParOf" srcId="{D0B5269C-C53B-4AA3-AFB9-2243F2CB96DD}" destId="{A78EC636-C126-4D21-BB8C-2189058E64D8}" srcOrd="1" destOrd="0" presId="urn:microsoft.com/office/officeart/2005/8/layout/vList2"/>
    <dgm:cxn modelId="{43356679-8F6B-488B-B134-797153C678C8}" type="presParOf" srcId="{D0B5269C-C53B-4AA3-AFB9-2243F2CB96DD}" destId="{A6171F87-0816-47DB-8437-6B60A6C04340}" srcOrd="2" destOrd="0" presId="urn:microsoft.com/office/officeart/2005/8/layout/vList2"/>
    <dgm:cxn modelId="{32DB29F0-E215-48BA-99E3-5B7970AFC3DF}" type="presParOf" srcId="{D0B5269C-C53B-4AA3-AFB9-2243F2CB96DD}" destId="{24BBFC55-213B-4000-8282-4FE151718E0B}" srcOrd="3" destOrd="0" presId="urn:microsoft.com/office/officeart/2005/8/layout/vList2"/>
    <dgm:cxn modelId="{CB54BD56-F126-4C1E-B0AB-BD21239EDA3E}" type="presParOf" srcId="{D0B5269C-C53B-4AA3-AFB9-2243F2CB96DD}" destId="{C464599D-9D2A-45C7-A52B-0240DAF941B5}" srcOrd="4" destOrd="0" presId="urn:microsoft.com/office/officeart/2005/8/layout/vList2"/>
    <dgm:cxn modelId="{360F0531-1E5C-4B63-AF3F-8418D61142D5}" type="presParOf" srcId="{D0B5269C-C53B-4AA3-AFB9-2243F2CB96DD}" destId="{F1E2FD22-13C2-4481-BB6E-AF129FC24569}" srcOrd="5" destOrd="0" presId="urn:microsoft.com/office/officeart/2005/8/layout/vList2"/>
    <dgm:cxn modelId="{7C79610A-EA17-466D-8E28-1CF78E232CA4}" type="presParOf" srcId="{D0B5269C-C53B-4AA3-AFB9-2243F2CB96DD}" destId="{C090CAE9-BE80-4C11-9059-D8AD842C4D8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DC2C6AC-DF95-470F-BF2C-698A84D70DC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D6A709DB-A4E1-4AB7-B2FC-2F8FDF7F5C27}">
      <dgm:prSet/>
      <dgm:spPr/>
      <dgm:t>
        <a:bodyPr/>
        <a:lstStyle/>
        <a:p>
          <a:pPr>
            <a:defRPr cap="all"/>
          </a:pPr>
          <a:r>
            <a:rPr lang="en-US"/>
            <a:t>• Compare multiple route options</a:t>
          </a:r>
        </a:p>
      </dgm:t>
    </dgm:pt>
    <dgm:pt modelId="{97D20E2F-CCCD-45D1-958B-45E98EDE911F}" type="parTrans" cxnId="{D29B9F02-F2E3-4BB8-810A-42ECBE59B72E}">
      <dgm:prSet/>
      <dgm:spPr/>
      <dgm:t>
        <a:bodyPr/>
        <a:lstStyle/>
        <a:p>
          <a:endParaRPr lang="en-US"/>
        </a:p>
      </dgm:t>
    </dgm:pt>
    <dgm:pt modelId="{36F96B82-3766-42A6-B32A-38D2447612E7}" type="sibTrans" cxnId="{D29B9F02-F2E3-4BB8-810A-42ECBE59B72E}">
      <dgm:prSet/>
      <dgm:spPr/>
      <dgm:t>
        <a:bodyPr/>
        <a:lstStyle/>
        <a:p>
          <a:endParaRPr lang="en-US"/>
        </a:p>
      </dgm:t>
    </dgm:pt>
    <dgm:pt modelId="{2743695F-D8FA-4775-8495-15EA18FDFED9}">
      <dgm:prSet/>
      <dgm:spPr/>
      <dgm:t>
        <a:bodyPr/>
        <a:lstStyle/>
        <a:p>
          <a:pPr>
            <a:defRPr cap="all"/>
          </a:pPr>
          <a:r>
            <a:rPr lang="en-US"/>
            <a:t>• View shortest, fastest, and least congested paths</a:t>
          </a:r>
        </a:p>
      </dgm:t>
    </dgm:pt>
    <dgm:pt modelId="{343DE37B-9D64-442F-AAC2-16C1396E94ED}" type="parTrans" cxnId="{B98C70D0-4C75-4772-B04A-0AF3E8CE2177}">
      <dgm:prSet/>
      <dgm:spPr/>
      <dgm:t>
        <a:bodyPr/>
        <a:lstStyle/>
        <a:p>
          <a:endParaRPr lang="en-US"/>
        </a:p>
      </dgm:t>
    </dgm:pt>
    <dgm:pt modelId="{2053AA5B-04FF-4EAF-B832-2C1524DD78E3}" type="sibTrans" cxnId="{B98C70D0-4C75-4772-B04A-0AF3E8CE2177}">
      <dgm:prSet/>
      <dgm:spPr/>
      <dgm:t>
        <a:bodyPr/>
        <a:lstStyle/>
        <a:p>
          <a:endParaRPr lang="en-US"/>
        </a:p>
      </dgm:t>
    </dgm:pt>
    <dgm:pt modelId="{039BEA84-66C4-4073-BB61-5D0ADDD8EE61}">
      <dgm:prSet/>
      <dgm:spPr/>
      <dgm:t>
        <a:bodyPr/>
        <a:lstStyle/>
        <a:p>
          <a:pPr>
            <a:defRPr cap="all"/>
          </a:pPr>
          <a:r>
            <a:rPr lang="en-US"/>
            <a:t>• Assign optimized routes to trips</a:t>
          </a:r>
        </a:p>
      </dgm:t>
    </dgm:pt>
    <dgm:pt modelId="{C38A5609-B2B8-4D2C-8C33-0212DD07775F}" type="parTrans" cxnId="{78E64515-020B-47E7-AB1A-4A2C7A1D8C98}">
      <dgm:prSet/>
      <dgm:spPr/>
      <dgm:t>
        <a:bodyPr/>
        <a:lstStyle/>
        <a:p>
          <a:endParaRPr lang="en-US"/>
        </a:p>
      </dgm:t>
    </dgm:pt>
    <dgm:pt modelId="{7EC7C4E2-A9DD-4702-9341-5E83A0EDC14E}" type="sibTrans" cxnId="{78E64515-020B-47E7-AB1A-4A2C7A1D8C98}">
      <dgm:prSet/>
      <dgm:spPr/>
      <dgm:t>
        <a:bodyPr/>
        <a:lstStyle/>
        <a:p>
          <a:endParaRPr lang="en-US"/>
        </a:p>
      </dgm:t>
    </dgm:pt>
    <dgm:pt modelId="{4073C348-25B8-4E50-AF2A-42F7F46D7B0B}">
      <dgm:prSet/>
      <dgm:spPr/>
      <dgm:t>
        <a:bodyPr/>
        <a:lstStyle/>
        <a:p>
          <a:pPr>
            <a:defRPr cap="all"/>
          </a:pPr>
          <a:r>
            <a:rPr lang="en-US"/>
            <a:t>• Dynamic route updates based on traffic</a:t>
          </a:r>
        </a:p>
      </dgm:t>
    </dgm:pt>
    <dgm:pt modelId="{0C148F72-88E3-4B78-869E-9EF34BD4031C}" type="parTrans" cxnId="{41BFDAD1-DBEF-4CA6-8075-FD4AEB788114}">
      <dgm:prSet/>
      <dgm:spPr/>
      <dgm:t>
        <a:bodyPr/>
        <a:lstStyle/>
        <a:p>
          <a:endParaRPr lang="en-US"/>
        </a:p>
      </dgm:t>
    </dgm:pt>
    <dgm:pt modelId="{87978840-C690-411A-895B-CA275D8F5DD8}" type="sibTrans" cxnId="{41BFDAD1-DBEF-4CA6-8075-FD4AEB788114}">
      <dgm:prSet/>
      <dgm:spPr/>
      <dgm:t>
        <a:bodyPr/>
        <a:lstStyle/>
        <a:p>
          <a:endParaRPr lang="en-US"/>
        </a:p>
      </dgm:t>
    </dgm:pt>
    <dgm:pt modelId="{63ED387D-C9B7-4E10-A1DF-B1DB0B91927E}" type="pres">
      <dgm:prSet presAssocID="{1DC2C6AC-DF95-470F-BF2C-698A84D70DC4}" presName="root" presStyleCnt="0">
        <dgm:presLayoutVars>
          <dgm:dir/>
          <dgm:resizeHandles val="exact"/>
        </dgm:presLayoutVars>
      </dgm:prSet>
      <dgm:spPr/>
    </dgm:pt>
    <dgm:pt modelId="{A266151F-D12F-4CBD-845F-4685B7D188E9}" type="pres">
      <dgm:prSet presAssocID="{D6A709DB-A4E1-4AB7-B2FC-2F8FDF7F5C27}" presName="compNode" presStyleCnt="0"/>
      <dgm:spPr/>
    </dgm:pt>
    <dgm:pt modelId="{26F7665D-5BF5-4E7D-A4D3-304099DDD8FC}" type="pres">
      <dgm:prSet presAssocID="{D6A709DB-A4E1-4AB7-B2FC-2F8FDF7F5C27}" presName="iconBgRect" presStyleLbl="bgShp" presStyleIdx="0" presStyleCnt="4"/>
      <dgm:spPr/>
    </dgm:pt>
    <dgm:pt modelId="{46CC06B7-5B45-4BD2-A51A-2963698A00E8}" type="pres">
      <dgm:prSet presAssocID="{D6A709DB-A4E1-4AB7-B2FC-2F8FDF7F5C2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4373E78B-4F02-4D5E-824C-72AEA2082281}" type="pres">
      <dgm:prSet presAssocID="{D6A709DB-A4E1-4AB7-B2FC-2F8FDF7F5C27}" presName="spaceRect" presStyleCnt="0"/>
      <dgm:spPr/>
    </dgm:pt>
    <dgm:pt modelId="{F131A8C9-8EAC-487C-B47E-0C35EEB8D9B1}" type="pres">
      <dgm:prSet presAssocID="{D6A709DB-A4E1-4AB7-B2FC-2F8FDF7F5C27}" presName="textRect" presStyleLbl="revTx" presStyleIdx="0" presStyleCnt="4">
        <dgm:presLayoutVars>
          <dgm:chMax val="1"/>
          <dgm:chPref val="1"/>
        </dgm:presLayoutVars>
      </dgm:prSet>
      <dgm:spPr/>
    </dgm:pt>
    <dgm:pt modelId="{D418AD18-A6C1-4AC9-A4A4-837474C0576A}" type="pres">
      <dgm:prSet presAssocID="{36F96B82-3766-42A6-B32A-38D2447612E7}" presName="sibTrans" presStyleCnt="0"/>
      <dgm:spPr/>
    </dgm:pt>
    <dgm:pt modelId="{6D7EAB94-3BA8-4D8E-956E-C9E482614AB3}" type="pres">
      <dgm:prSet presAssocID="{2743695F-D8FA-4775-8495-15EA18FDFED9}" presName="compNode" presStyleCnt="0"/>
      <dgm:spPr/>
    </dgm:pt>
    <dgm:pt modelId="{25D01C73-73A6-490E-8A78-DA36EA06C633}" type="pres">
      <dgm:prSet presAssocID="{2743695F-D8FA-4775-8495-15EA18FDFED9}" presName="iconBgRect" presStyleLbl="bgShp" presStyleIdx="1" presStyleCnt="4"/>
      <dgm:spPr/>
    </dgm:pt>
    <dgm:pt modelId="{D1CF93A1-43B3-4BC7-B118-03810D54ADF5}" type="pres">
      <dgm:prSet presAssocID="{2743695F-D8FA-4775-8495-15EA18FDFED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nimize"/>
        </a:ext>
      </dgm:extLst>
    </dgm:pt>
    <dgm:pt modelId="{E4B0E6BC-9909-4427-939F-4F53F24A35FF}" type="pres">
      <dgm:prSet presAssocID="{2743695F-D8FA-4775-8495-15EA18FDFED9}" presName="spaceRect" presStyleCnt="0"/>
      <dgm:spPr/>
    </dgm:pt>
    <dgm:pt modelId="{A48C11A4-32CB-4DFF-8550-96194F03D347}" type="pres">
      <dgm:prSet presAssocID="{2743695F-D8FA-4775-8495-15EA18FDFED9}" presName="textRect" presStyleLbl="revTx" presStyleIdx="1" presStyleCnt="4">
        <dgm:presLayoutVars>
          <dgm:chMax val="1"/>
          <dgm:chPref val="1"/>
        </dgm:presLayoutVars>
      </dgm:prSet>
      <dgm:spPr/>
    </dgm:pt>
    <dgm:pt modelId="{233BD71E-4CC7-4A60-ADE9-206EC31329E3}" type="pres">
      <dgm:prSet presAssocID="{2053AA5B-04FF-4EAF-B832-2C1524DD78E3}" presName="sibTrans" presStyleCnt="0"/>
      <dgm:spPr/>
    </dgm:pt>
    <dgm:pt modelId="{36B51D06-44C1-4E27-9D67-0B69A829A938}" type="pres">
      <dgm:prSet presAssocID="{039BEA84-66C4-4073-BB61-5D0ADDD8EE61}" presName="compNode" presStyleCnt="0"/>
      <dgm:spPr/>
    </dgm:pt>
    <dgm:pt modelId="{09063798-5FC7-4A56-8174-1AFA8CA71F35}" type="pres">
      <dgm:prSet presAssocID="{039BEA84-66C4-4073-BB61-5D0ADDD8EE61}" presName="iconBgRect" presStyleLbl="bgShp" presStyleIdx="2" presStyleCnt="4"/>
      <dgm:spPr/>
    </dgm:pt>
    <dgm:pt modelId="{5898FC99-AE2B-42D5-8AFA-6E458EEE1029}" type="pres">
      <dgm:prSet presAssocID="{039BEA84-66C4-4073-BB61-5D0ADDD8EE6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ass"/>
        </a:ext>
      </dgm:extLst>
    </dgm:pt>
    <dgm:pt modelId="{CE1FA06A-51D7-43D5-9D47-6C44EE0F5869}" type="pres">
      <dgm:prSet presAssocID="{039BEA84-66C4-4073-BB61-5D0ADDD8EE61}" presName="spaceRect" presStyleCnt="0"/>
      <dgm:spPr/>
    </dgm:pt>
    <dgm:pt modelId="{9857ACA8-5D6C-40A3-A2C5-E4164A099B2C}" type="pres">
      <dgm:prSet presAssocID="{039BEA84-66C4-4073-BB61-5D0ADDD8EE61}" presName="textRect" presStyleLbl="revTx" presStyleIdx="2" presStyleCnt="4">
        <dgm:presLayoutVars>
          <dgm:chMax val="1"/>
          <dgm:chPref val="1"/>
        </dgm:presLayoutVars>
      </dgm:prSet>
      <dgm:spPr/>
    </dgm:pt>
    <dgm:pt modelId="{3B4B42E6-62F1-4308-A795-D6D2C82362D9}" type="pres">
      <dgm:prSet presAssocID="{7EC7C4E2-A9DD-4702-9341-5E83A0EDC14E}" presName="sibTrans" presStyleCnt="0"/>
      <dgm:spPr/>
    </dgm:pt>
    <dgm:pt modelId="{744BBF2D-D687-46B3-B5D5-5A771BEA136F}" type="pres">
      <dgm:prSet presAssocID="{4073C348-25B8-4E50-AF2A-42F7F46D7B0B}" presName="compNode" presStyleCnt="0"/>
      <dgm:spPr/>
    </dgm:pt>
    <dgm:pt modelId="{4E855EED-520D-4026-9678-A92F0C7AB894}" type="pres">
      <dgm:prSet presAssocID="{4073C348-25B8-4E50-AF2A-42F7F46D7B0B}" presName="iconBgRect" presStyleLbl="bgShp" presStyleIdx="3" presStyleCnt="4"/>
      <dgm:spPr/>
    </dgm:pt>
    <dgm:pt modelId="{A6992A95-7DBA-4F17-89AF-6DF0E5A2329D}" type="pres">
      <dgm:prSet presAssocID="{4073C348-25B8-4E50-AF2A-42F7F46D7B0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"/>
        </a:ext>
      </dgm:extLst>
    </dgm:pt>
    <dgm:pt modelId="{F9A5C73E-6C2E-4BBD-9ACB-BF6C883307B3}" type="pres">
      <dgm:prSet presAssocID="{4073C348-25B8-4E50-AF2A-42F7F46D7B0B}" presName="spaceRect" presStyleCnt="0"/>
      <dgm:spPr/>
    </dgm:pt>
    <dgm:pt modelId="{FDF2B343-45DF-4353-A79F-C565D4866B77}" type="pres">
      <dgm:prSet presAssocID="{4073C348-25B8-4E50-AF2A-42F7F46D7B0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29B9F02-F2E3-4BB8-810A-42ECBE59B72E}" srcId="{1DC2C6AC-DF95-470F-BF2C-698A84D70DC4}" destId="{D6A709DB-A4E1-4AB7-B2FC-2F8FDF7F5C27}" srcOrd="0" destOrd="0" parTransId="{97D20E2F-CCCD-45D1-958B-45E98EDE911F}" sibTransId="{36F96B82-3766-42A6-B32A-38D2447612E7}"/>
    <dgm:cxn modelId="{78E64515-020B-47E7-AB1A-4A2C7A1D8C98}" srcId="{1DC2C6AC-DF95-470F-BF2C-698A84D70DC4}" destId="{039BEA84-66C4-4073-BB61-5D0ADDD8EE61}" srcOrd="2" destOrd="0" parTransId="{C38A5609-B2B8-4D2C-8C33-0212DD07775F}" sibTransId="{7EC7C4E2-A9DD-4702-9341-5E83A0EDC14E}"/>
    <dgm:cxn modelId="{1B139539-D10C-4B66-BD2C-7364FF561DF2}" type="presOf" srcId="{1DC2C6AC-DF95-470F-BF2C-698A84D70DC4}" destId="{63ED387D-C9B7-4E10-A1DF-B1DB0B91927E}" srcOrd="0" destOrd="0" presId="urn:microsoft.com/office/officeart/2018/5/layout/IconCircleLabelList"/>
    <dgm:cxn modelId="{8D82FA3B-CF1F-4981-A100-AB988CA5BB7E}" type="presOf" srcId="{2743695F-D8FA-4775-8495-15EA18FDFED9}" destId="{A48C11A4-32CB-4DFF-8550-96194F03D347}" srcOrd="0" destOrd="0" presId="urn:microsoft.com/office/officeart/2018/5/layout/IconCircleLabelList"/>
    <dgm:cxn modelId="{D624AA64-5BBD-4727-9120-E948030514BE}" type="presOf" srcId="{4073C348-25B8-4E50-AF2A-42F7F46D7B0B}" destId="{FDF2B343-45DF-4353-A79F-C565D4866B77}" srcOrd="0" destOrd="0" presId="urn:microsoft.com/office/officeart/2018/5/layout/IconCircleLabelList"/>
    <dgm:cxn modelId="{8CBB7CB0-A9C0-4114-9C79-79FB2496FF42}" type="presOf" srcId="{D6A709DB-A4E1-4AB7-B2FC-2F8FDF7F5C27}" destId="{F131A8C9-8EAC-487C-B47E-0C35EEB8D9B1}" srcOrd="0" destOrd="0" presId="urn:microsoft.com/office/officeart/2018/5/layout/IconCircleLabelList"/>
    <dgm:cxn modelId="{B98C70D0-4C75-4772-B04A-0AF3E8CE2177}" srcId="{1DC2C6AC-DF95-470F-BF2C-698A84D70DC4}" destId="{2743695F-D8FA-4775-8495-15EA18FDFED9}" srcOrd="1" destOrd="0" parTransId="{343DE37B-9D64-442F-AAC2-16C1396E94ED}" sibTransId="{2053AA5B-04FF-4EAF-B832-2C1524DD78E3}"/>
    <dgm:cxn modelId="{41BFDAD1-DBEF-4CA6-8075-FD4AEB788114}" srcId="{1DC2C6AC-DF95-470F-BF2C-698A84D70DC4}" destId="{4073C348-25B8-4E50-AF2A-42F7F46D7B0B}" srcOrd="3" destOrd="0" parTransId="{0C148F72-88E3-4B78-869E-9EF34BD4031C}" sibTransId="{87978840-C690-411A-895B-CA275D8F5DD8}"/>
    <dgm:cxn modelId="{6064EAFB-96AF-4192-8A17-4D85D9C89282}" type="presOf" srcId="{039BEA84-66C4-4073-BB61-5D0ADDD8EE61}" destId="{9857ACA8-5D6C-40A3-A2C5-E4164A099B2C}" srcOrd="0" destOrd="0" presId="urn:microsoft.com/office/officeart/2018/5/layout/IconCircleLabelList"/>
    <dgm:cxn modelId="{2C81616D-8A0B-4C1A-912C-739F27032A71}" type="presParOf" srcId="{63ED387D-C9B7-4E10-A1DF-B1DB0B91927E}" destId="{A266151F-D12F-4CBD-845F-4685B7D188E9}" srcOrd="0" destOrd="0" presId="urn:microsoft.com/office/officeart/2018/5/layout/IconCircleLabelList"/>
    <dgm:cxn modelId="{AE0B96FA-8F2D-416D-BF04-1B1A2BF595A2}" type="presParOf" srcId="{A266151F-D12F-4CBD-845F-4685B7D188E9}" destId="{26F7665D-5BF5-4E7D-A4D3-304099DDD8FC}" srcOrd="0" destOrd="0" presId="urn:microsoft.com/office/officeart/2018/5/layout/IconCircleLabelList"/>
    <dgm:cxn modelId="{1F971EA6-B31C-4795-B6C8-1FB40FBE117A}" type="presParOf" srcId="{A266151F-D12F-4CBD-845F-4685B7D188E9}" destId="{46CC06B7-5B45-4BD2-A51A-2963698A00E8}" srcOrd="1" destOrd="0" presId="urn:microsoft.com/office/officeart/2018/5/layout/IconCircleLabelList"/>
    <dgm:cxn modelId="{EA355025-8444-448A-B63A-62EA53B58441}" type="presParOf" srcId="{A266151F-D12F-4CBD-845F-4685B7D188E9}" destId="{4373E78B-4F02-4D5E-824C-72AEA2082281}" srcOrd="2" destOrd="0" presId="urn:microsoft.com/office/officeart/2018/5/layout/IconCircleLabelList"/>
    <dgm:cxn modelId="{DC323561-7DC5-4D37-BD05-EBD98FD39F26}" type="presParOf" srcId="{A266151F-D12F-4CBD-845F-4685B7D188E9}" destId="{F131A8C9-8EAC-487C-B47E-0C35EEB8D9B1}" srcOrd="3" destOrd="0" presId="urn:microsoft.com/office/officeart/2018/5/layout/IconCircleLabelList"/>
    <dgm:cxn modelId="{09FF9B61-F92E-41C4-9272-214AA89F5B44}" type="presParOf" srcId="{63ED387D-C9B7-4E10-A1DF-B1DB0B91927E}" destId="{D418AD18-A6C1-4AC9-A4A4-837474C0576A}" srcOrd="1" destOrd="0" presId="urn:microsoft.com/office/officeart/2018/5/layout/IconCircleLabelList"/>
    <dgm:cxn modelId="{D2218628-752A-4E80-8298-930AD6391B4B}" type="presParOf" srcId="{63ED387D-C9B7-4E10-A1DF-B1DB0B91927E}" destId="{6D7EAB94-3BA8-4D8E-956E-C9E482614AB3}" srcOrd="2" destOrd="0" presId="urn:microsoft.com/office/officeart/2018/5/layout/IconCircleLabelList"/>
    <dgm:cxn modelId="{84DF381F-C463-4DC0-B87A-603D280FB2E0}" type="presParOf" srcId="{6D7EAB94-3BA8-4D8E-956E-C9E482614AB3}" destId="{25D01C73-73A6-490E-8A78-DA36EA06C633}" srcOrd="0" destOrd="0" presId="urn:microsoft.com/office/officeart/2018/5/layout/IconCircleLabelList"/>
    <dgm:cxn modelId="{8AEE7AA9-4035-42BC-8612-C7DD1300701C}" type="presParOf" srcId="{6D7EAB94-3BA8-4D8E-956E-C9E482614AB3}" destId="{D1CF93A1-43B3-4BC7-B118-03810D54ADF5}" srcOrd="1" destOrd="0" presId="urn:microsoft.com/office/officeart/2018/5/layout/IconCircleLabelList"/>
    <dgm:cxn modelId="{ADBF5823-E0A4-4CC2-9B2B-9DA2F0906CC3}" type="presParOf" srcId="{6D7EAB94-3BA8-4D8E-956E-C9E482614AB3}" destId="{E4B0E6BC-9909-4427-939F-4F53F24A35FF}" srcOrd="2" destOrd="0" presId="urn:microsoft.com/office/officeart/2018/5/layout/IconCircleLabelList"/>
    <dgm:cxn modelId="{84F1426B-1D55-4141-BAB8-F4DA090019E1}" type="presParOf" srcId="{6D7EAB94-3BA8-4D8E-956E-C9E482614AB3}" destId="{A48C11A4-32CB-4DFF-8550-96194F03D347}" srcOrd="3" destOrd="0" presId="urn:microsoft.com/office/officeart/2018/5/layout/IconCircleLabelList"/>
    <dgm:cxn modelId="{A88C372A-C0F0-4486-BE0C-2AF298C55719}" type="presParOf" srcId="{63ED387D-C9B7-4E10-A1DF-B1DB0B91927E}" destId="{233BD71E-4CC7-4A60-ADE9-206EC31329E3}" srcOrd="3" destOrd="0" presId="urn:microsoft.com/office/officeart/2018/5/layout/IconCircleLabelList"/>
    <dgm:cxn modelId="{DC6E67DC-34BE-4C60-9739-4CBE778024B7}" type="presParOf" srcId="{63ED387D-C9B7-4E10-A1DF-B1DB0B91927E}" destId="{36B51D06-44C1-4E27-9D67-0B69A829A938}" srcOrd="4" destOrd="0" presId="urn:microsoft.com/office/officeart/2018/5/layout/IconCircleLabelList"/>
    <dgm:cxn modelId="{B82DC90C-0CBE-4433-8514-797010E1B1D6}" type="presParOf" srcId="{36B51D06-44C1-4E27-9D67-0B69A829A938}" destId="{09063798-5FC7-4A56-8174-1AFA8CA71F35}" srcOrd="0" destOrd="0" presId="urn:microsoft.com/office/officeart/2018/5/layout/IconCircleLabelList"/>
    <dgm:cxn modelId="{B2EE2F9F-A96A-46F8-9A9D-EBC21B92F6CA}" type="presParOf" srcId="{36B51D06-44C1-4E27-9D67-0B69A829A938}" destId="{5898FC99-AE2B-42D5-8AFA-6E458EEE1029}" srcOrd="1" destOrd="0" presId="urn:microsoft.com/office/officeart/2018/5/layout/IconCircleLabelList"/>
    <dgm:cxn modelId="{39FAE475-F9B2-4F39-B9EC-083C63F6799A}" type="presParOf" srcId="{36B51D06-44C1-4E27-9D67-0B69A829A938}" destId="{CE1FA06A-51D7-43D5-9D47-6C44EE0F5869}" srcOrd="2" destOrd="0" presId="urn:microsoft.com/office/officeart/2018/5/layout/IconCircleLabelList"/>
    <dgm:cxn modelId="{1C03EED0-59D2-433B-9FA3-522DEA4FBD42}" type="presParOf" srcId="{36B51D06-44C1-4E27-9D67-0B69A829A938}" destId="{9857ACA8-5D6C-40A3-A2C5-E4164A099B2C}" srcOrd="3" destOrd="0" presId="urn:microsoft.com/office/officeart/2018/5/layout/IconCircleLabelList"/>
    <dgm:cxn modelId="{58202201-C244-4377-A203-9C0E6A7F91C7}" type="presParOf" srcId="{63ED387D-C9B7-4E10-A1DF-B1DB0B91927E}" destId="{3B4B42E6-62F1-4308-A795-D6D2C82362D9}" srcOrd="5" destOrd="0" presId="urn:microsoft.com/office/officeart/2018/5/layout/IconCircleLabelList"/>
    <dgm:cxn modelId="{E8499CBF-1DFD-4ECC-8FE6-28DB130532BB}" type="presParOf" srcId="{63ED387D-C9B7-4E10-A1DF-B1DB0B91927E}" destId="{744BBF2D-D687-46B3-B5D5-5A771BEA136F}" srcOrd="6" destOrd="0" presId="urn:microsoft.com/office/officeart/2018/5/layout/IconCircleLabelList"/>
    <dgm:cxn modelId="{5E3A96D2-287E-4EF5-87A2-A20D6B263A13}" type="presParOf" srcId="{744BBF2D-D687-46B3-B5D5-5A771BEA136F}" destId="{4E855EED-520D-4026-9678-A92F0C7AB894}" srcOrd="0" destOrd="0" presId="urn:microsoft.com/office/officeart/2018/5/layout/IconCircleLabelList"/>
    <dgm:cxn modelId="{9F533385-1AD7-41F6-9B77-A1071A6E591A}" type="presParOf" srcId="{744BBF2D-D687-46B3-B5D5-5A771BEA136F}" destId="{A6992A95-7DBA-4F17-89AF-6DF0E5A2329D}" srcOrd="1" destOrd="0" presId="urn:microsoft.com/office/officeart/2018/5/layout/IconCircleLabelList"/>
    <dgm:cxn modelId="{3EAE7480-A6C6-44C9-9F49-D9E96A6AFCEA}" type="presParOf" srcId="{744BBF2D-D687-46B3-B5D5-5A771BEA136F}" destId="{F9A5C73E-6C2E-4BBD-9ACB-BF6C883307B3}" srcOrd="2" destOrd="0" presId="urn:microsoft.com/office/officeart/2018/5/layout/IconCircleLabelList"/>
    <dgm:cxn modelId="{EAB05080-EA5C-46C1-8540-EB274B282EA3}" type="presParOf" srcId="{744BBF2D-D687-46B3-B5D5-5A771BEA136F}" destId="{FDF2B343-45DF-4353-A79F-C565D4866B7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8791BF6-48DA-4B59-B706-A56F55E21A55}" type="doc">
      <dgm:prSet loTypeId="urn:microsoft.com/office/officeart/2005/8/layout/matrix3" loCatId="matrix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35DCC5F-C05A-4239-A4B5-0D2D831141B9}">
      <dgm:prSet/>
      <dgm:spPr/>
      <dgm:t>
        <a:bodyPr/>
        <a:lstStyle/>
        <a:p>
          <a:r>
            <a:rPr lang="en-US"/>
            <a:t>• Identifies accident-prone &amp; high-risk zones</a:t>
          </a:r>
        </a:p>
      </dgm:t>
    </dgm:pt>
    <dgm:pt modelId="{76DA5278-A390-4414-8833-CA8CBB077665}" type="parTrans" cxnId="{47F06053-1FF4-4A31-B689-7B82459BC94D}">
      <dgm:prSet/>
      <dgm:spPr/>
      <dgm:t>
        <a:bodyPr/>
        <a:lstStyle/>
        <a:p>
          <a:endParaRPr lang="en-US"/>
        </a:p>
      </dgm:t>
    </dgm:pt>
    <dgm:pt modelId="{7ED1FA5B-94FF-4397-9ECD-917F06FD0A50}" type="sibTrans" cxnId="{47F06053-1FF4-4A31-B689-7B82459BC94D}">
      <dgm:prSet/>
      <dgm:spPr/>
      <dgm:t>
        <a:bodyPr/>
        <a:lstStyle/>
        <a:p>
          <a:endParaRPr lang="en-US"/>
        </a:p>
      </dgm:t>
    </dgm:pt>
    <dgm:pt modelId="{A4C9F3E2-3482-47DA-9535-E2CDF45B1B55}">
      <dgm:prSet/>
      <dgm:spPr/>
      <dgm:t>
        <a:bodyPr/>
        <a:lstStyle/>
        <a:p>
          <a:r>
            <a:rPr lang="en-US"/>
            <a:t>• Categorizes routes as Low / Medium / High risk</a:t>
          </a:r>
        </a:p>
      </dgm:t>
    </dgm:pt>
    <dgm:pt modelId="{F62308A5-F285-48AD-9A67-71632902143C}" type="parTrans" cxnId="{ACB3C0B1-8FB3-408D-A8E7-977E1E234780}">
      <dgm:prSet/>
      <dgm:spPr/>
      <dgm:t>
        <a:bodyPr/>
        <a:lstStyle/>
        <a:p>
          <a:endParaRPr lang="en-US"/>
        </a:p>
      </dgm:t>
    </dgm:pt>
    <dgm:pt modelId="{AEF0AB7C-A69A-4E89-A325-7EFC4BA27DE1}" type="sibTrans" cxnId="{ACB3C0B1-8FB3-408D-A8E7-977E1E234780}">
      <dgm:prSet/>
      <dgm:spPr/>
      <dgm:t>
        <a:bodyPr/>
        <a:lstStyle/>
        <a:p>
          <a:endParaRPr lang="en-US"/>
        </a:p>
      </dgm:t>
    </dgm:pt>
    <dgm:pt modelId="{920ED74D-02D8-438A-A437-4B543753DAAA}">
      <dgm:prSet/>
      <dgm:spPr/>
      <dgm:t>
        <a:bodyPr/>
        <a:lstStyle/>
        <a:p>
          <a:r>
            <a:rPr lang="en-US"/>
            <a:t>• Uses historical &amp; live traffic data</a:t>
          </a:r>
        </a:p>
      </dgm:t>
    </dgm:pt>
    <dgm:pt modelId="{6B50A9C9-83A3-475F-92C8-651D4FB5E516}" type="parTrans" cxnId="{0DDCDFF2-67EE-46F4-B04C-090D8D350D91}">
      <dgm:prSet/>
      <dgm:spPr/>
      <dgm:t>
        <a:bodyPr/>
        <a:lstStyle/>
        <a:p>
          <a:endParaRPr lang="en-US"/>
        </a:p>
      </dgm:t>
    </dgm:pt>
    <dgm:pt modelId="{36E65EF1-BE6D-4396-ABE3-DA299603EACA}" type="sibTrans" cxnId="{0DDCDFF2-67EE-46F4-B04C-090D8D350D91}">
      <dgm:prSet/>
      <dgm:spPr/>
      <dgm:t>
        <a:bodyPr/>
        <a:lstStyle/>
        <a:p>
          <a:endParaRPr lang="en-US"/>
        </a:p>
      </dgm:t>
    </dgm:pt>
    <dgm:pt modelId="{B6D35595-4439-43E9-8B2D-D1E47C92B14A}">
      <dgm:prSet/>
      <dgm:spPr/>
      <dgm:t>
        <a:bodyPr/>
        <a:lstStyle/>
        <a:p>
          <a:r>
            <a:rPr lang="en-US"/>
            <a:t>• Improves driver safety</a:t>
          </a:r>
        </a:p>
      </dgm:t>
    </dgm:pt>
    <dgm:pt modelId="{E205CF11-2677-47EC-B203-30512262C134}" type="parTrans" cxnId="{D9DD4A5A-C0AA-4861-BE59-E957F888A328}">
      <dgm:prSet/>
      <dgm:spPr/>
      <dgm:t>
        <a:bodyPr/>
        <a:lstStyle/>
        <a:p>
          <a:endParaRPr lang="en-US"/>
        </a:p>
      </dgm:t>
    </dgm:pt>
    <dgm:pt modelId="{69073461-B725-4E44-B711-66A1974B2963}" type="sibTrans" cxnId="{D9DD4A5A-C0AA-4861-BE59-E957F888A328}">
      <dgm:prSet/>
      <dgm:spPr/>
      <dgm:t>
        <a:bodyPr/>
        <a:lstStyle/>
        <a:p>
          <a:endParaRPr lang="en-US"/>
        </a:p>
      </dgm:t>
    </dgm:pt>
    <dgm:pt modelId="{21B7A97B-F5FE-40B0-967B-4223D960BF08}" type="pres">
      <dgm:prSet presAssocID="{88791BF6-48DA-4B59-B706-A56F55E21A55}" presName="matrix" presStyleCnt="0">
        <dgm:presLayoutVars>
          <dgm:chMax val="1"/>
          <dgm:dir/>
          <dgm:resizeHandles val="exact"/>
        </dgm:presLayoutVars>
      </dgm:prSet>
      <dgm:spPr/>
    </dgm:pt>
    <dgm:pt modelId="{B85F6278-5E03-4E35-9C06-0CE706EE0D27}" type="pres">
      <dgm:prSet presAssocID="{88791BF6-48DA-4B59-B706-A56F55E21A55}" presName="diamond" presStyleLbl="bgShp" presStyleIdx="0" presStyleCnt="1"/>
      <dgm:spPr/>
    </dgm:pt>
    <dgm:pt modelId="{E82EECCB-46B3-483F-86A8-DB080097C6FA}" type="pres">
      <dgm:prSet presAssocID="{88791BF6-48DA-4B59-B706-A56F55E21A55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7819E959-F5C7-4D29-9BAA-B0FD512B9C8E}" type="pres">
      <dgm:prSet presAssocID="{88791BF6-48DA-4B59-B706-A56F55E21A55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20762411-E896-4C8A-AEF1-060CCA5A1440}" type="pres">
      <dgm:prSet presAssocID="{88791BF6-48DA-4B59-B706-A56F55E21A55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D4AF2CD-C7AC-4F1C-B658-A699D6A49112}" type="pres">
      <dgm:prSet presAssocID="{88791BF6-48DA-4B59-B706-A56F55E21A55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EAB1FF13-5D4A-48BC-AA6F-5A1E49460F01}" type="presOf" srcId="{735DCC5F-C05A-4239-A4B5-0D2D831141B9}" destId="{E82EECCB-46B3-483F-86A8-DB080097C6FA}" srcOrd="0" destOrd="0" presId="urn:microsoft.com/office/officeart/2005/8/layout/matrix3"/>
    <dgm:cxn modelId="{E1053550-0D07-4B48-9253-A9541FF98A24}" type="presOf" srcId="{A4C9F3E2-3482-47DA-9535-E2CDF45B1B55}" destId="{7819E959-F5C7-4D29-9BAA-B0FD512B9C8E}" srcOrd="0" destOrd="0" presId="urn:microsoft.com/office/officeart/2005/8/layout/matrix3"/>
    <dgm:cxn modelId="{47F06053-1FF4-4A31-B689-7B82459BC94D}" srcId="{88791BF6-48DA-4B59-B706-A56F55E21A55}" destId="{735DCC5F-C05A-4239-A4B5-0D2D831141B9}" srcOrd="0" destOrd="0" parTransId="{76DA5278-A390-4414-8833-CA8CBB077665}" sibTransId="{7ED1FA5B-94FF-4397-9ECD-917F06FD0A50}"/>
    <dgm:cxn modelId="{D9DD4A5A-C0AA-4861-BE59-E957F888A328}" srcId="{88791BF6-48DA-4B59-B706-A56F55E21A55}" destId="{B6D35595-4439-43E9-8B2D-D1E47C92B14A}" srcOrd="3" destOrd="0" parTransId="{E205CF11-2677-47EC-B203-30512262C134}" sibTransId="{69073461-B725-4E44-B711-66A1974B2963}"/>
    <dgm:cxn modelId="{ABC0A8A1-74B5-48F3-BDB0-EFEA1542993E}" type="presOf" srcId="{88791BF6-48DA-4B59-B706-A56F55E21A55}" destId="{21B7A97B-F5FE-40B0-967B-4223D960BF08}" srcOrd="0" destOrd="0" presId="urn:microsoft.com/office/officeart/2005/8/layout/matrix3"/>
    <dgm:cxn modelId="{DA2520AA-3E05-48FF-AD21-0F0FA9A20419}" type="presOf" srcId="{920ED74D-02D8-438A-A437-4B543753DAAA}" destId="{20762411-E896-4C8A-AEF1-060CCA5A1440}" srcOrd="0" destOrd="0" presId="urn:microsoft.com/office/officeart/2005/8/layout/matrix3"/>
    <dgm:cxn modelId="{ACB3C0B1-8FB3-408D-A8E7-977E1E234780}" srcId="{88791BF6-48DA-4B59-B706-A56F55E21A55}" destId="{A4C9F3E2-3482-47DA-9535-E2CDF45B1B55}" srcOrd="1" destOrd="0" parTransId="{F62308A5-F285-48AD-9A67-71632902143C}" sibTransId="{AEF0AB7C-A69A-4E89-A325-7EFC4BA27DE1}"/>
    <dgm:cxn modelId="{509702B3-3F6C-4D78-ACBE-E86CB8E72342}" type="presOf" srcId="{B6D35595-4439-43E9-8B2D-D1E47C92B14A}" destId="{1D4AF2CD-C7AC-4F1C-B658-A699D6A49112}" srcOrd="0" destOrd="0" presId="urn:microsoft.com/office/officeart/2005/8/layout/matrix3"/>
    <dgm:cxn modelId="{0DDCDFF2-67EE-46F4-B04C-090D8D350D91}" srcId="{88791BF6-48DA-4B59-B706-A56F55E21A55}" destId="{920ED74D-02D8-438A-A437-4B543753DAAA}" srcOrd="2" destOrd="0" parTransId="{6B50A9C9-83A3-475F-92C8-651D4FB5E516}" sibTransId="{36E65EF1-BE6D-4396-ABE3-DA299603EACA}"/>
    <dgm:cxn modelId="{9845AA32-AE37-4E7A-8E7E-1591FA1DE814}" type="presParOf" srcId="{21B7A97B-F5FE-40B0-967B-4223D960BF08}" destId="{B85F6278-5E03-4E35-9C06-0CE706EE0D27}" srcOrd="0" destOrd="0" presId="urn:microsoft.com/office/officeart/2005/8/layout/matrix3"/>
    <dgm:cxn modelId="{482540BF-1FEE-4CD9-AFA8-E68D55D253B4}" type="presParOf" srcId="{21B7A97B-F5FE-40B0-967B-4223D960BF08}" destId="{E82EECCB-46B3-483F-86A8-DB080097C6FA}" srcOrd="1" destOrd="0" presId="urn:microsoft.com/office/officeart/2005/8/layout/matrix3"/>
    <dgm:cxn modelId="{6C9C0E53-D9EA-4883-AE19-7A970D7385BC}" type="presParOf" srcId="{21B7A97B-F5FE-40B0-967B-4223D960BF08}" destId="{7819E959-F5C7-4D29-9BAA-B0FD512B9C8E}" srcOrd="2" destOrd="0" presId="urn:microsoft.com/office/officeart/2005/8/layout/matrix3"/>
    <dgm:cxn modelId="{C9206B01-3279-4207-812F-EF91F7DF2437}" type="presParOf" srcId="{21B7A97B-F5FE-40B0-967B-4223D960BF08}" destId="{20762411-E896-4C8A-AEF1-060CCA5A1440}" srcOrd="3" destOrd="0" presId="urn:microsoft.com/office/officeart/2005/8/layout/matrix3"/>
    <dgm:cxn modelId="{3353BD60-54A4-49B5-8CF5-55DA1551875B}" type="presParOf" srcId="{21B7A97B-F5FE-40B0-967B-4223D960BF08}" destId="{1D4AF2CD-C7AC-4F1C-B658-A699D6A49112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4882AF2-DA10-40BB-9831-FF55D675CE3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6C2D5E8-78A9-48FB-8087-3F4EE86E2C26}">
      <dgm:prSet/>
      <dgm:spPr/>
      <dgm:t>
        <a:bodyPr/>
        <a:lstStyle/>
        <a:p>
          <a:r>
            <a:rPr lang="en-US"/>
            <a:t>• Analyze safety score before trip assignment</a:t>
          </a:r>
        </a:p>
      </dgm:t>
    </dgm:pt>
    <dgm:pt modelId="{D9271647-2E5C-4D65-AA1C-A0540BDD2581}" type="parTrans" cxnId="{318C226E-155D-45C5-B266-BEDFD524017B}">
      <dgm:prSet/>
      <dgm:spPr/>
      <dgm:t>
        <a:bodyPr/>
        <a:lstStyle/>
        <a:p>
          <a:endParaRPr lang="en-US"/>
        </a:p>
      </dgm:t>
    </dgm:pt>
    <dgm:pt modelId="{FB6B770A-75FB-4364-A412-507328F3DD35}" type="sibTrans" cxnId="{318C226E-155D-45C5-B266-BEDFD524017B}">
      <dgm:prSet/>
      <dgm:spPr/>
      <dgm:t>
        <a:bodyPr/>
        <a:lstStyle/>
        <a:p>
          <a:endParaRPr lang="en-US"/>
        </a:p>
      </dgm:t>
    </dgm:pt>
    <dgm:pt modelId="{90F50B01-5418-4603-93DD-5A73B8F861A7}">
      <dgm:prSet/>
      <dgm:spPr/>
      <dgm:t>
        <a:bodyPr/>
        <a:lstStyle/>
        <a:p>
          <a:r>
            <a:rPr lang="en-US"/>
            <a:t>• Avoid critical risk zones</a:t>
          </a:r>
        </a:p>
      </dgm:t>
    </dgm:pt>
    <dgm:pt modelId="{09BC39CD-55BA-4C40-A9F3-4A54E2C9C926}" type="parTrans" cxnId="{9545A5E6-411C-490A-BA99-FA76586A78EB}">
      <dgm:prSet/>
      <dgm:spPr/>
      <dgm:t>
        <a:bodyPr/>
        <a:lstStyle/>
        <a:p>
          <a:endParaRPr lang="en-US"/>
        </a:p>
      </dgm:t>
    </dgm:pt>
    <dgm:pt modelId="{595EF2A5-644D-4998-A16F-A3DC25C61069}" type="sibTrans" cxnId="{9545A5E6-411C-490A-BA99-FA76586A78EB}">
      <dgm:prSet/>
      <dgm:spPr/>
      <dgm:t>
        <a:bodyPr/>
        <a:lstStyle/>
        <a:p>
          <a:endParaRPr lang="en-US"/>
        </a:p>
      </dgm:t>
    </dgm:pt>
    <dgm:pt modelId="{1C24D2CE-CB62-4F69-ACD3-43885026FF6E}">
      <dgm:prSet/>
      <dgm:spPr/>
      <dgm:t>
        <a:bodyPr/>
        <a:lstStyle/>
        <a:p>
          <a:r>
            <a:rPr lang="en-US"/>
            <a:t>• Ensure safer route planning</a:t>
          </a:r>
        </a:p>
      </dgm:t>
    </dgm:pt>
    <dgm:pt modelId="{479B740F-27E2-48C1-A165-11FCA81757B4}" type="parTrans" cxnId="{EF218AA5-DBD9-4045-A66B-7A09D308D4B3}">
      <dgm:prSet/>
      <dgm:spPr/>
      <dgm:t>
        <a:bodyPr/>
        <a:lstStyle/>
        <a:p>
          <a:endParaRPr lang="en-US"/>
        </a:p>
      </dgm:t>
    </dgm:pt>
    <dgm:pt modelId="{DE585B6C-1302-45FC-891D-8509FB6D0D6A}" type="sibTrans" cxnId="{EF218AA5-DBD9-4045-A66B-7A09D308D4B3}">
      <dgm:prSet/>
      <dgm:spPr/>
      <dgm:t>
        <a:bodyPr/>
        <a:lstStyle/>
        <a:p>
          <a:endParaRPr lang="en-US"/>
        </a:p>
      </dgm:t>
    </dgm:pt>
    <dgm:pt modelId="{70D4D29B-2087-4230-A519-CBC0A6F33DC1}">
      <dgm:prSet/>
      <dgm:spPr/>
      <dgm:t>
        <a:bodyPr/>
        <a:lstStyle/>
        <a:p>
          <a:r>
            <a:rPr lang="en-US"/>
            <a:t>• Send safety alerts to drivers</a:t>
          </a:r>
        </a:p>
      </dgm:t>
    </dgm:pt>
    <dgm:pt modelId="{8EF10286-4651-4BB6-9115-E65F806710E8}" type="parTrans" cxnId="{E1A3025B-D3E0-4908-9E82-AC73F6798060}">
      <dgm:prSet/>
      <dgm:spPr/>
      <dgm:t>
        <a:bodyPr/>
        <a:lstStyle/>
        <a:p>
          <a:endParaRPr lang="en-US"/>
        </a:p>
      </dgm:t>
    </dgm:pt>
    <dgm:pt modelId="{5D26F0AF-2028-4C42-BA6B-297B65982067}" type="sibTrans" cxnId="{E1A3025B-D3E0-4908-9E82-AC73F6798060}">
      <dgm:prSet/>
      <dgm:spPr/>
      <dgm:t>
        <a:bodyPr/>
        <a:lstStyle/>
        <a:p>
          <a:endParaRPr lang="en-US"/>
        </a:p>
      </dgm:t>
    </dgm:pt>
    <dgm:pt modelId="{A0A1E286-10C7-4BE0-BEC4-6DA1EA50D455}" type="pres">
      <dgm:prSet presAssocID="{24882AF2-DA10-40BB-9831-FF55D675CE35}" presName="linear" presStyleCnt="0">
        <dgm:presLayoutVars>
          <dgm:animLvl val="lvl"/>
          <dgm:resizeHandles val="exact"/>
        </dgm:presLayoutVars>
      </dgm:prSet>
      <dgm:spPr/>
    </dgm:pt>
    <dgm:pt modelId="{FC8C62BB-CFC5-40B7-85B7-6E20117FF876}" type="pres">
      <dgm:prSet presAssocID="{C6C2D5E8-78A9-48FB-8087-3F4EE86E2C2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0E208D2-C7D9-4A23-B8E3-D2A714314EB4}" type="pres">
      <dgm:prSet presAssocID="{FB6B770A-75FB-4364-A412-507328F3DD35}" presName="spacer" presStyleCnt="0"/>
      <dgm:spPr/>
    </dgm:pt>
    <dgm:pt modelId="{356C553B-A1D3-478B-BB4D-581ED4547299}" type="pres">
      <dgm:prSet presAssocID="{90F50B01-5418-4603-93DD-5A73B8F861A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AA088B1-1F25-4B48-98C8-40193612FF9C}" type="pres">
      <dgm:prSet presAssocID="{595EF2A5-644D-4998-A16F-A3DC25C61069}" presName="spacer" presStyleCnt="0"/>
      <dgm:spPr/>
    </dgm:pt>
    <dgm:pt modelId="{5F35AE7A-740E-4342-97B0-EEA534656AA5}" type="pres">
      <dgm:prSet presAssocID="{1C24D2CE-CB62-4F69-ACD3-43885026FF6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7D532BD-791D-4189-8941-A5EC73C76308}" type="pres">
      <dgm:prSet presAssocID="{DE585B6C-1302-45FC-891D-8509FB6D0D6A}" presName="spacer" presStyleCnt="0"/>
      <dgm:spPr/>
    </dgm:pt>
    <dgm:pt modelId="{04B50962-0CD9-4DBC-A060-D72EE635F703}" type="pres">
      <dgm:prSet presAssocID="{70D4D29B-2087-4230-A519-CBC0A6F33DC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3862504-5CB9-4EFD-B70C-8CDF4FE79D2F}" type="presOf" srcId="{24882AF2-DA10-40BB-9831-FF55D675CE35}" destId="{A0A1E286-10C7-4BE0-BEC4-6DA1EA50D455}" srcOrd="0" destOrd="0" presId="urn:microsoft.com/office/officeart/2005/8/layout/vList2"/>
    <dgm:cxn modelId="{4C72581E-4E38-4CD2-BE36-9975CCD1976D}" type="presOf" srcId="{90F50B01-5418-4603-93DD-5A73B8F861A7}" destId="{356C553B-A1D3-478B-BB4D-581ED4547299}" srcOrd="0" destOrd="0" presId="urn:microsoft.com/office/officeart/2005/8/layout/vList2"/>
    <dgm:cxn modelId="{E1A3025B-D3E0-4908-9E82-AC73F6798060}" srcId="{24882AF2-DA10-40BB-9831-FF55D675CE35}" destId="{70D4D29B-2087-4230-A519-CBC0A6F33DC1}" srcOrd="3" destOrd="0" parTransId="{8EF10286-4651-4BB6-9115-E65F806710E8}" sibTransId="{5D26F0AF-2028-4C42-BA6B-297B65982067}"/>
    <dgm:cxn modelId="{6C9D2467-4E2D-4D9F-9302-CF8D9CFF7000}" type="presOf" srcId="{70D4D29B-2087-4230-A519-CBC0A6F33DC1}" destId="{04B50962-0CD9-4DBC-A060-D72EE635F703}" srcOrd="0" destOrd="0" presId="urn:microsoft.com/office/officeart/2005/8/layout/vList2"/>
    <dgm:cxn modelId="{318C226E-155D-45C5-B266-BEDFD524017B}" srcId="{24882AF2-DA10-40BB-9831-FF55D675CE35}" destId="{C6C2D5E8-78A9-48FB-8087-3F4EE86E2C26}" srcOrd="0" destOrd="0" parTransId="{D9271647-2E5C-4D65-AA1C-A0540BDD2581}" sibTransId="{FB6B770A-75FB-4364-A412-507328F3DD35}"/>
    <dgm:cxn modelId="{C1B38672-F70D-4B83-BCF3-93D90F576D59}" type="presOf" srcId="{C6C2D5E8-78A9-48FB-8087-3F4EE86E2C26}" destId="{FC8C62BB-CFC5-40B7-85B7-6E20117FF876}" srcOrd="0" destOrd="0" presId="urn:microsoft.com/office/officeart/2005/8/layout/vList2"/>
    <dgm:cxn modelId="{EF218AA5-DBD9-4045-A66B-7A09D308D4B3}" srcId="{24882AF2-DA10-40BB-9831-FF55D675CE35}" destId="{1C24D2CE-CB62-4F69-ACD3-43885026FF6E}" srcOrd="2" destOrd="0" parTransId="{479B740F-27E2-48C1-A165-11FCA81757B4}" sibTransId="{DE585B6C-1302-45FC-891D-8509FB6D0D6A}"/>
    <dgm:cxn modelId="{C6F5AFCB-0B4E-4347-B246-04B9908BB8DD}" type="presOf" srcId="{1C24D2CE-CB62-4F69-ACD3-43885026FF6E}" destId="{5F35AE7A-740E-4342-97B0-EEA534656AA5}" srcOrd="0" destOrd="0" presId="urn:microsoft.com/office/officeart/2005/8/layout/vList2"/>
    <dgm:cxn modelId="{9545A5E6-411C-490A-BA99-FA76586A78EB}" srcId="{24882AF2-DA10-40BB-9831-FF55D675CE35}" destId="{90F50B01-5418-4603-93DD-5A73B8F861A7}" srcOrd="1" destOrd="0" parTransId="{09BC39CD-55BA-4C40-A9F3-4A54E2C9C926}" sibTransId="{595EF2A5-644D-4998-A16F-A3DC25C61069}"/>
    <dgm:cxn modelId="{B31DC2FC-9D2C-4694-BE40-FB97FD05ED06}" type="presParOf" srcId="{A0A1E286-10C7-4BE0-BEC4-6DA1EA50D455}" destId="{FC8C62BB-CFC5-40B7-85B7-6E20117FF876}" srcOrd="0" destOrd="0" presId="urn:microsoft.com/office/officeart/2005/8/layout/vList2"/>
    <dgm:cxn modelId="{C07854A7-6518-4ECA-BBCA-A2C698B0D64F}" type="presParOf" srcId="{A0A1E286-10C7-4BE0-BEC4-6DA1EA50D455}" destId="{70E208D2-C7D9-4A23-B8E3-D2A714314EB4}" srcOrd="1" destOrd="0" presId="urn:microsoft.com/office/officeart/2005/8/layout/vList2"/>
    <dgm:cxn modelId="{5C467588-A6D9-4708-A1AC-9A9127501328}" type="presParOf" srcId="{A0A1E286-10C7-4BE0-BEC4-6DA1EA50D455}" destId="{356C553B-A1D3-478B-BB4D-581ED4547299}" srcOrd="2" destOrd="0" presId="urn:microsoft.com/office/officeart/2005/8/layout/vList2"/>
    <dgm:cxn modelId="{90FCADA2-F681-4DA9-B42D-BC9D1565BEA0}" type="presParOf" srcId="{A0A1E286-10C7-4BE0-BEC4-6DA1EA50D455}" destId="{3AA088B1-1F25-4B48-98C8-40193612FF9C}" srcOrd="3" destOrd="0" presId="urn:microsoft.com/office/officeart/2005/8/layout/vList2"/>
    <dgm:cxn modelId="{38BE791C-1259-470A-BB30-A9A15D516464}" type="presParOf" srcId="{A0A1E286-10C7-4BE0-BEC4-6DA1EA50D455}" destId="{5F35AE7A-740E-4342-97B0-EEA534656AA5}" srcOrd="4" destOrd="0" presId="urn:microsoft.com/office/officeart/2005/8/layout/vList2"/>
    <dgm:cxn modelId="{DE1ED859-13F2-49C5-A3F2-47B24F1740E7}" type="presParOf" srcId="{A0A1E286-10C7-4BE0-BEC4-6DA1EA50D455}" destId="{E7D532BD-791D-4189-8941-A5EC73C76308}" srcOrd="5" destOrd="0" presId="urn:microsoft.com/office/officeart/2005/8/layout/vList2"/>
    <dgm:cxn modelId="{45B4602C-C624-4402-8DA2-43C62FC853B1}" type="presParOf" srcId="{A0A1E286-10C7-4BE0-BEC4-6DA1EA50D455}" destId="{04B50962-0CD9-4DBC-A060-D72EE635F70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82FD0C9-F6C9-4FB8-88DE-B29944CE9087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FBEC706-318A-4580-862C-3FF9D70F1725}">
      <dgm:prSet/>
      <dgm:spPr/>
      <dgm:t>
        <a:bodyPr/>
        <a:lstStyle/>
        <a:p>
          <a:r>
            <a:rPr lang="en-US"/>
            <a:t>• Better traffic control</a:t>
          </a:r>
        </a:p>
      </dgm:t>
    </dgm:pt>
    <dgm:pt modelId="{3F3C4D71-7EBB-4E47-AD37-2FD90A03A4BB}" type="parTrans" cxnId="{41EF7035-A7C4-496E-B65D-966037F426B1}">
      <dgm:prSet/>
      <dgm:spPr/>
      <dgm:t>
        <a:bodyPr/>
        <a:lstStyle/>
        <a:p>
          <a:endParaRPr lang="en-US"/>
        </a:p>
      </dgm:t>
    </dgm:pt>
    <dgm:pt modelId="{4F284883-4051-4912-AF6F-A657D3008086}" type="sibTrans" cxnId="{41EF7035-A7C4-496E-B65D-966037F426B1}">
      <dgm:prSet/>
      <dgm:spPr/>
      <dgm:t>
        <a:bodyPr/>
        <a:lstStyle/>
        <a:p>
          <a:endParaRPr lang="en-US"/>
        </a:p>
      </dgm:t>
    </dgm:pt>
    <dgm:pt modelId="{F4A59B26-AB02-4EA2-9653-D73868C6D117}">
      <dgm:prSet/>
      <dgm:spPr/>
      <dgm:t>
        <a:bodyPr/>
        <a:lstStyle/>
        <a:p>
          <a:r>
            <a:rPr lang="en-US"/>
            <a:t>• Reduced delays &amp; accidents</a:t>
          </a:r>
        </a:p>
      </dgm:t>
    </dgm:pt>
    <dgm:pt modelId="{ACC2EA42-0358-4919-84B1-94DE1ACC369D}" type="parTrans" cxnId="{2EA0C3A7-898E-45EE-8554-31840EA76F56}">
      <dgm:prSet/>
      <dgm:spPr/>
      <dgm:t>
        <a:bodyPr/>
        <a:lstStyle/>
        <a:p>
          <a:endParaRPr lang="en-US"/>
        </a:p>
      </dgm:t>
    </dgm:pt>
    <dgm:pt modelId="{0E601490-9E1D-4851-A189-AF91454AC711}" type="sibTrans" cxnId="{2EA0C3A7-898E-45EE-8554-31840EA76F56}">
      <dgm:prSet/>
      <dgm:spPr/>
      <dgm:t>
        <a:bodyPr/>
        <a:lstStyle/>
        <a:p>
          <a:endParaRPr lang="en-US"/>
        </a:p>
      </dgm:t>
    </dgm:pt>
    <dgm:pt modelId="{24C8BBF1-D3FB-429A-8C90-6F5924B185ED}">
      <dgm:prSet/>
      <dgm:spPr/>
      <dgm:t>
        <a:bodyPr/>
        <a:lstStyle/>
        <a:p>
          <a:r>
            <a:rPr lang="en-US"/>
            <a:t>• Improved decision-making</a:t>
          </a:r>
        </a:p>
      </dgm:t>
    </dgm:pt>
    <dgm:pt modelId="{67244794-258B-411C-8014-818125FD396A}" type="parTrans" cxnId="{60917BDB-3BEA-4710-AC13-01FACCA3C6FE}">
      <dgm:prSet/>
      <dgm:spPr/>
      <dgm:t>
        <a:bodyPr/>
        <a:lstStyle/>
        <a:p>
          <a:endParaRPr lang="en-US"/>
        </a:p>
      </dgm:t>
    </dgm:pt>
    <dgm:pt modelId="{2FBBA805-4F0C-47D9-A116-1809DD417BBA}" type="sibTrans" cxnId="{60917BDB-3BEA-4710-AC13-01FACCA3C6FE}">
      <dgm:prSet/>
      <dgm:spPr/>
      <dgm:t>
        <a:bodyPr/>
        <a:lstStyle/>
        <a:p>
          <a:endParaRPr lang="en-US"/>
        </a:p>
      </dgm:t>
    </dgm:pt>
    <dgm:pt modelId="{EF4CF339-C092-4526-AFE4-C751CF0E1D05}">
      <dgm:prSet/>
      <dgm:spPr/>
      <dgm:t>
        <a:bodyPr/>
        <a:lstStyle/>
        <a:p>
          <a:r>
            <a:rPr lang="en-US"/>
            <a:t>• Efficient fleet utilization</a:t>
          </a:r>
        </a:p>
      </dgm:t>
    </dgm:pt>
    <dgm:pt modelId="{616E41BB-D4DC-4667-A2B1-A5ACE75A5459}" type="parTrans" cxnId="{7F3482F6-260D-433F-8D43-D7DFA9FB4BA5}">
      <dgm:prSet/>
      <dgm:spPr/>
      <dgm:t>
        <a:bodyPr/>
        <a:lstStyle/>
        <a:p>
          <a:endParaRPr lang="en-US"/>
        </a:p>
      </dgm:t>
    </dgm:pt>
    <dgm:pt modelId="{8A4A9C70-E1B9-4DE9-BA12-99E4A2FB6BA0}" type="sibTrans" cxnId="{7F3482F6-260D-433F-8D43-D7DFA9FB4BA5}">
      <dgm:prSet/>
      <dgm:spPr/>
      <dgm:t>
        <a:bodyPr/>
        <a:lstStyle/>
        <a:p>
          <a:endParaRPr lang="en-US"/>
        </a:p>
      </dgm:t>
    </dgm:pt>
    <dgm:pt modelId="{FFB640BF-C867-4ED0-83C0-756B5D5D1266}" type="pres">
      <dgm:prSet presAssocID="{982FD0C9-F6C9-4FB8-88DE-B29944CE9087}" presName="linear" presStyleCnt="0">
        <dgm:presLayoutVars>
          <dgm:dir/>
          <dgm:animLvl val="lvl"/>
          <dgm:resizeHandles val="exact"/>
        </dgm:presLayoutVars>
      </dgm:prSet>
      <dgm:spPr/>
    </dgm:pt>
    <dgm:pt modelId="{10DFC2DF-1093-43E0-8F73-82E808ACF611}" type="pres">
      <dgm:prSet presAssocID="{0FBEC706-318A-4580-862C-3FF9D70F1725}" presName="parentLin" presStyleCnt="0"/>
      <dgm:spPr/>
    </dgm:pt>
    <dgm:pt modelId="{3C818CCD-0443-4EA5-BF32-818305A5A02E}" type="pres">
      <dgm:prSet presAssocID="{0FBEC706-318A-4580-862C-3FF9D70F1725}" presName="parentLeftMargin" presStyleLbl="node1" presStyleIdx="0" presStyleCnt="4"/>
      <dgm:spPr/>
    </dgm:pt>
    <dgm:pt modelId="{4CC22DB7-66A9-42EE-9C26-C47860716918}" type="pres">
      <dgm:prSet presAssocID="{0FBEC706-318A-4580-862C-3FF9D70F172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B1280AC-46DF-4B0C-8850-9F287BEDED7C}" type="pres">
      <dgm:prSet presAssocID="{0FBEC706-318A-4580-862C-3FF9D70F1725}" presName="negativeSpace" presStyleCnt="0"/>
      <dgm:spPr/>
    </dgm:pt>
    <dgm:pt modelId="{5CC8D75B-4533-4F53-A1F3-FD5773797A10}" type="pres">
      <dgm:prSet presAssocID="{0FBEC706-318A-4580-862C-3FF9D70F1725}" presName="childText" presStyleLbl="conFgAcc1" presStyleIdx="0" presStyleCnt="4">
        <dgm:presLayoutVars>
          <dgm:bulletEnabled val="1"/>
        </dgm:presLayoutVars>
      </dgm:prSet>
      <dgm:spPr/>
    </dgm:pt>
    <dgm:pt modelId="{71BE39F4-5404-458B-BD7E-C70936543ACC}" type="pres">
      <dgm:prSet presAssocID="{4F284883-4051-4912-AF6F-A657D3008086}" presName="spaceBetweenRectangles" presStyleCnt="0"/>
      <dgm:spPr/>
    </dgm:pt>
    <dgm:pt modelId="{2EE1C886-17E4-490D-ADEE-7659BA0663D7}" type="pres">
      <dgm:prSet presAssocID="{F4A59B26-AB02-4EA2-9653-D73868C6D117}" presName="parentLin" presStyleCnt="0"/>
      <dgm:spPr/>
    </dgm:pt>
    <dgm:pt modelId="{7632E391-40A2-4E36-9697-ACD2A43140FC}" type="pres">
      <dgm:prSet presAssocID="{F4A59B26-AB02-4EA2-9653-D73868C6D117}" presName="parentLeftMargin" presStyleLbl="node1" presStyleIdx="0" presStyleCnt="4"/>
      <dgm:spPr/>
    </dgm:pt>
    <dgm:pt modelId="{218DB262-DA77-4725-A51F-0BB543B9C0B9}" type="pres">
      <dgm:prSet presAssocID="{F4A59B26-AB02-4EA2-9653-D73868C6D11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69ECF21-DE4D-4DD4-8EA5-F27DA5A8F60A}" type="pres">
      <dgm:prSet presAssocID="{F4A59B26-AB02-4EA2-9653-D73868C6D117}" presName="negativeSpace" presStyleCnt="0"/>
      <dgm:spPr/>
    </dgm:pt>
    <dgm:pt modelId="{9CDD94B5-6CEC-460F-9A7D-5F0A77D9B6F1}" type="pres">
      <dgm:prSet presAssocID="{F4A59B26-AB02-4EA2-9653-D73868C6D117}" presName="childText" presStyleLbl="conFgAcc1" presStyleIdx="1" presStyleCnt="4">
        <dgm:presLayoutVars>
          <dgm:bulletEnabled val="1"/>
        </dgm:presLayoutVars>
      </dgm:prSet>
      <dgm:spPr/>
    </dgm:pt>
    <dgm:pt modelId="{622A58BA-CA67-4303-849B-E90D8767EB78}" type="pres">
      <dgm:prSet presAssocID="{0E601490-9E1D-4851-A189-AF91454AC711}" presName="spaceBetweenRectangles" presStyleCnt="0"/>
      <dgm:spPr/>
    </dgm:pt>
    <dgm:pt modelId="{61C19FBF-E23F-4691-98B3-060485BD1F56}" type="pres">
      <dgm:prSet presAssocID="{24C8BBF1-D3FB-429A-8C90-6F5924B185ED}" presName="parentLin" presStyleCnt="0"/>
      <dgm:spPr/>
    </dgm:pt>
    <dgm:pt modelId="{BF4183A1-7F1E-4E6E-8BA6-67FC5911AD3F}" type="pres">
      <dgm:prSet presAssocID="{24C8BBF1-D3FB-429A-8C90-6F5924B185ED}" presName="parentLeftMargin" presStyleLbl="node1" presStyleIdx="1" presStyleCnt="4"/>
      <dgm:spPr/>
    </dgm:pt>
    <dgm:pt modelId="{C411D2CE-F45B-47A4-939E-B19A06F3E11F}" type="pres">
      <dgm:prSet presAssocID="{24C8BBF1-D3FB-429A-8C90-6F5924B185E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9074CA6-EC27-4A18-8EBF-3CECCE75638E}" type="pres">
      <dgm:prSet presAssocID="{24C8BBF1-D3FB-429A-8C90-6F5924B185ED}" presName="negativeSpace" presStyleCnt="0"/>
      <dgm:spPr/>
    </dgm:pt>
    <dgm:pt modelId="{B43027B6-3A35-4DFA-AA1C-E35C9386A8EA}" type="pres">
      <dgm:prSet presAssocID="{24C8BBF1-D3FB-429A-8C90-6F5924B185ED}" presName="childText" presStyleLbl="conFgAcc1" presStyleIdx="2" presStyleCnt="4">
        <dgm:presLayoutVars>
          <dgm:bulletEnabled val="1"/>
        </dgm:presLayoutVars>
      </dgm:prSet>
      <dgm:spPr/>
    </dgm:pt>
    <dgm:pt modelId="{56F8A4FB-748E-4CAC-B18A-DF785CF30729}" type="pres">
      <dgm:prSet presAssocID="{2FBBA805-4F0C-47D9-A116-1809DD417BBA}" presName="spaceBetweenRectangles" presStyleCnt="0"/>
      <dgm:spPr/>
    </dgm:pt>
    <dgm:pt modelId="{8F25F22E-9FB7-4017-B6BD-CB7B4B28759F}" type="pres">
      <dgm:prSet presAssocID="{EF4CF339-C092-4526-AFE4-C751CF0E1D05}" presName="parentLin" presStyleCnt="0"/>
      <dgm:spPr/>
    </dgm:pt>
    <dgm:pt modelId="{B971FA9F-90DB-454D-A552-065366585819}" type="pres">
      <dgm:prSet presAssocID="{EF4CF339-C092-4526-AFE4-C751CF0E1D05}" presName="parentLeftMargin" presStyleLbl="node1" presStyleIdx="2" presStyleCnt="4"/>
      <dgm:spPr/>
    </dgm:pt>
    <dgm:pt modelId="{C40E9979-959D-4735-A3CF-FAD4D433D4A1}" type="pres">
      <dgm:prSet presAssocID="{EF4CF339-C092-4526-AFE4-C751CF0E1D05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2B920405-A50A-4492-9F22-99D0E7953224}" type="pres">
      <dgm:prSet presAssocID="{EF4CF339-C092-4526-AFE4-C751CF0E1D05}" presName="negativeSpace" presStyleCnt="0"/>
      <dgm:spPr/>
    </dgm:pt>
    <dgm:pt modelId="{BA9C34A8-155F-44A9-8DB9-55CB37CC56EA}" type="pres">
      <dgm:prSet presAssocID="{EF4CF339-C092-4526-AFE4-C751CF0E1D05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3E84652B-4FA6-4680-87DB-1A6CD9610784}" type="presOf" srcId="{0FBEC706-318A-4580-862C-3FF9D70F1725}" destId="{4CC22DB7-66A9-42EE-9C26-C47860716918}" srcOrd="1" destOrd="0" presId="urn:microsoft.com/office/officeart/2005/8/layout/list1"/>
    <dgm:cxn modelId="{41EF7035-A7C4-496E-B65D-966037F426B1}" srcId="{982FD0C9-F6C9-4FB8-88DE-B29944CE9087}" destId="{0FBEC706-318A-4580-862C-3FF9D70F1725}" srcOrd="0" destOrd="0" parTransId="{3F3C4D71-7EBB-4E47-AD37-2FD90A03A4BB}" sibTransId="{4F284883-4051-4912-AF6F-A657D3008086}"/>
    <dgm:cxn modelId="{D9197E37-E116-4809-8B47-E94B278BEC88}" type="presOf" srcId="{F4A59B26-AB02-4EA2-9653-D73868C6D117}" destId="{7632E391-40A2-4E36-9697-ACD2A43140FC}" srcOrd="0" destOrd="0" presId="urn:microsoft.com/office/officeart/2005/8/layout/list1"/>
    <dgm:cxn modelId="{050E9D38-B635-4B5D-9923-CD5C321ED433}" type="presOf" srcId="{EF4CF339-C092-4526-AFE4-C751CF0E1D05}" destId="{C40E9979-959D-4735-A3CF-FAD4D433D4A1}" srcOrd="1" destOrd="0" presId="urn:microsoft.com/office/officeart/2005/8/layout/list1"/>
    <dgm:cxn modelId="{E6A58D42-BAC8-403B-B8AF-3569D7E9B272}" type="presOf" srcId="{F4A59B26-AB02-4EA2-9653-D73868C6D117}" destId="{218DB262-DA77-4725-A51F-0BB543B9C0B9}" srcOrd="1" destOrd="0" presId="urn:microsoft.com/office/officeart/2005/8/layout/list1"/>
    <dgm:cxn modelId="{CB3E206B-F04C-4E73-A9E6-CB041B0663A2}" type="presOf" srcId="{982FD0C9-F6C9-4FB8-88DE-B29944CE9087}" destId="{FFB640BF-C867-4ED0-83C0-756B5D5D1266}" srcOrd="0" destOrd="0" presId="urn:microsoft.com/office/officeart/2005/8/layout/list1"/>
    <dgm:cxn modelId="{FFA1F44C-89EE-4BB1-A19D-6FF0ED8A4BD1}" type="presOf" srcId="{24C8BBF1-D3FB-429A-8C90-6F5924B185ED}" destId="{C411D2CE-F45B-47A4-939E-B19A06F3E11F}" srcOrd="1" destOrd="0" presId="urn:microsoft.com/office/officeart/2005/8/layout/list1"/>
    <dgm:cxn modelId="{F71EC785-CF25-4059-BBC0-A2DAA408AFAE}" type="presOf" srcId="{0FBEC706-318A-4580-862C-3FF9D70F1725}" destId="{3C818CCD-0443-4EA5-BF32-818305A5A02E}" srcOrd="0" destOrd="0" presId="urn:microsoft.com/office/officeart/2005/8/layout/list1"/>
    <dgm:cxn modelId="{2EA0C3A7-898E-45EE-8554-31840EA76F56}" srcId="{982FD0C9-F6C9-4FB8-88DE-B29944CE9087}" destId="{F4A59B26-AB02-4EA2-9653-D73868C6D117}" srcOrd="1" destOrd="0" parTransId="{ACC2EA42-0358-4919-84B1-94DE1ACC369D}" sibTransId="{0E601490-9E1D-4851-A189-AF91454AC711}"/>
    <dgm:cxn modelId="{60917BDB-3BEA-4710-AC13-01FACCA3C6FE}" srcId="{982FD0C9-F6C9-4FB8-88DE-B29944CE9087}" destId="{24C8BBF1-D3FB-429A-8C90-6F5924B185ED}" srcOrd="2" destOrd="0" parTransId="{67244794-258B-411C-8014-818125FD396A}" sibTransId="{2FBBA805-4F0C-47D9-A116-1809DD417BBA}"/>
    <dgm:cxn modelId="{917F18E4-82AD-4875-A726-656F90E8CDDB}" type="presOf" srcId="{EF4CF339-C092-4526-AFE4-C751CF0E1D05}" destId="{B971FA9F-90DB-454D-A552-065366585819}" srcOrd="0" destOrd="0" presId="urn:microsoft.com/office/officeart/2005/8/layout/list1"/>
    <dgm:cxn modelId="{ADF24CE9-1116-466E-B4CB-10BD49F26472}" type="presOf" srcId="{24C8BBF1-D3FB-429A-8C90-6F5924B185ED}" destId="{BF4183A1-7F1E-4E6E-8BA6-67FC5911AD3F}" srcOrd="0" destOrd="0" presId="urn:microsoft.com/office/officeart/2005/8/layout/list1"/>
    <dgm:cxn modelId="{7F3482F6-260D-433F-8D43-D7DFA9FB4BA5}" srcId="{982FD0C9-F6C9-4FB8-88DE-B29944CE9087}" destId="{EF4CF339-C092-4526-AFE4-C751CF0E1D05}" srcOrd="3" destOrd="0" parTransId="{616E41BB-D4DC-4667-A2B1-A5ACE75A5459}" sibTransId="{8A4A9C70-E1B9-4DE9-BA12-99E4A2FB6BA0}"/>
    <dgm:cxn modelId="{103D226E-24A9-4F23-A37F-DDF4F1C70759}" type="presParOf" srcId="{FFB640BF-C867-4ED0-83C0-756B5D5D1266}" destId="{10DFC2DF-1093-43E0-8F73-82E808ACF611}" srcOrd="0" destOrd="0" presId="urn:microsoft.com/office/officeart/2005/8/layout/list1"/>
    <dgm:cxn modelId="{E72258B1-4C8A-41BB-8307-90089B8D46D4}" type="presParOf" srcId="{10DFC2DF-1093-43E0-8F73-82E808ACF611}" destId="{3C818CCD-0443-4EA5-BF32-818305A5A02E}" srcOrd="0" destOrd="0" presId="urn:microsoft.com/office/officeart/2005/8/layout/list1"/>
    <dgm:cxn modelId="{2270D760-A6BF-44A0-812C-0E58C92965CE}" type="presParOf" srcId="{10DFC2DF-1093-43E0-8F73-82E808ACF611}" destId="{4CC22DB7-66A9-42EE-9C26-C47860716918}" srcOrd="1" destOrd="0" presId="urn:microsoft.com/office/officeart/2005/8/layout/list1"/>
    <dgm:cxn modelId="{0FAFCA09-EF74-4F39-95D1-F4520BEB5DB7}" type="presParOf" srcId="{FFB640BF-C867-4ED0-83C0-756B5D5D1266}" destId="{CB1280AC-46DF-4B0C-8850-9F287BEDED7C}" srcOrd="1" destOrd="0" presId="urn:microsoft.com/office/officeart/2005/8/layout/list1"/>
    <dgm:cxn modelId="{740D8373-17F8-4B4E-9139-79C7B6FCAE57}" type="presParOf" srcId="{FFB640BF-C867-4ED0-83C0-756B5D5D1266}" destId="{5CC8D75B-4533-4F53-A1F3-FD5773797A10}" srcOrd="2" destOrd="0" presId="urn:microsoft.com/office/officeart/2005/8/layout/list1"/>
    <dgm:cxn modelId="{7D8BEE6D-BE41-4632-915D-D5FED957FA43}" type="presParOf" srcId="{FFB640BF-C867-4ED0-83C0-756B5D5D1266}" destId="{71BE39F4-5404-458B-BD7E-C70936543ACC}" srcOrd="3" destOrd="0" presId="urn:microsoft.com/office/officeart/2005/8/layout/list1"/>
    <dgm:cxn modelId="{B36EC19C-CA61-4EA3-A4AD-AA18BB1926F8}" type="presParOf" srcId="{FFB640BF-C867-4ED0-83C0-756B5D5D1266}" destId="{2EE1C886-17E4-490D-ADEE-7659BA0663D7}" srcOrd="4" destOrd="0" presId="urn:microsoft.com/office/officeart/2005/8/layout/list1"/>
    <dgm:cxn modelId="{8021ACD1-9EF8-4CF5-9A8B-92374F13B78A}" type="presParOf" srcId="{2EE1C886-17E4-490D-ADEE-7659BA0663D7}" destId="{7632E391-40A2-4E36-9697-ACD2A43140FC}" srcOrd="0" destOrd="0" presId="urn:microsoft.com/office/officeart/2005/8/layout/list1"/>
    <dgm:cxn modelId="{1C1A0623-820C-4757-966D-7ECF721A9591}" type="presParOf" srcId="{2EE1C886-17E4-490D-ADEE-7659BA0663D7}" destId="{218DB262-DA77-4725-A51F-0BB543B9C0B9}" srcOrd="1" destOrd="0" presId="urn:microsoft.com/office/officeart/2005/8/layout/list1"/>
    <dgm:cxn modelId="{007E8D7D-B323-42CB-B341-62641262E144}" type="presParOf" srcId="{FFB640BF-C867-4ED0-83C0-756B5D5D1266}" destId="{969ECF21-DE4D-4DD4-8EA5-F27DA5A8F60A}" srcOrd="5" destOrd="0" presId="urn:microsoft.com/office/officeart/2005/8/layout/list1"/>
    <dgm:cxn modelId="{C741FB5C-DFED-491C-B17A-025E356EC579}" type="presParOf" srcId="{FFB640BF-C867-4ED0-83C0-756B5D5D1266}" destId="{9CDD94B5-6CEC-460F-9A7D-5F0A77D9B6F1}" srcOrd="6" destOrd="0" presId="urn:microsoft.com/office/officeart/2005/8/layout/list1"/>
    <dgm:cxn modelId="{6F288562-CD34-4294-B84D-84B5E0E72668}" type="presParOf" srcId="{FFB640BF-C867-4ED0-83C0-756B5D5D1266}" destId="{622A58BA-CA67-4303-849B-E90D8767EB78}" srcOrd="7" destOrd="0" presId="urn:microsoft.com/office/officeart/2005/8/layout/list1"/>
    <dgm:cxn modelId="{1C953C1E-715A-469D-BF34-538454DB8DD1}" type="presParOf" srcId="{FFB640BF-C867-4ED0-83C0-756B5D5D1266}" destId="{61C19FBF-E23F-4691-98B3-060485BD1F56}" srcOrd="8" destOrd="0" presId="urn:microsoft.com/office/officeart/2005/8/layout/list1"/>
    <dgm:cxn modelId="{1CD5FDC2-08BA-4C65-A29C-A823B4590082}" type="presParOf" srcId="{61C19FBF-E23F-4691-98B3-060485BD1F56}" destId="{BF4183A1-7F1E-4E6E-8BA6-67FC5911AD3F}" srcOrd="0" destOrd="0" presId="urn:microsoft.com/office/officeart/2005/8/layout/list1"/>
    <dgm:cxn modelId="{93FFA8BE-410A-47F9-8D19-951CC99BF108}" type="presParOf" srcId="{61C19FBF-E23F-4691-98B3-060485BD1F56}" destId="{C411D2CE-F45B-47A4-939E-B19A06F3E11F}" srcOrd="1" destOrd="0" presId="urn:microsoft.com/office/officeart/2005/8/layout/list1"/>
    <dgm:cxn modelId="{3980F5C6-7B68-498F-B80E-2CFADD279E78}" type="presParOf" srcId="{FFB640BF-C867-4ED0-83C0-756B5D5D1266}" destId="{99074CA6-EC27-4A18-8EBF-3CECCE75638E}" srcOrd="9" destOrd="0" presId="urn:microsoft.com/office/officeart/2005/8/layout/list1"/>
    <dgm:cxn modelId="{93562B82-C9EC-451B-8C90-D6906F3A1F87}" type="presParOf" srcId="{FFB640BF-C867-4ED0-83C0-756B5D5D1266}" destId="{B43027B6-3A35-4DFA-AA1C-E35C9386A8EA}" srcOrd="10" destOrd="0" presId="urn:microsoft.com/office/officeart/2005/8/layout/list1"/>
    <dgm:cxn modelId="{8EF5BAC7-7276-46C6-ACEE-D5613A8D9EC5}" type="presParOf" srcId="{FFB640BF-C867-4ED0-83C0-756B5D5D1266}" destId="{56F8A4FB-748E-4CAC-B18A-DF785CF30729}" srcOrd="11" destOrd="0" presId="urn:microsoft.com/office/officeart/2005/8/layout/list1"/>
    <dgm:cxn modelId="{A1E9499A-288A-4120-86EA-491610B01190}" type="presParOf" srcId="{FFB640BF-C867-4ED0-83C0-756B5D5D1266}" destId="{8F25F22E-9FB7-4017-B6BD-CB7B4B28759F}" srcOrd="12" destOrd="0" presId="urn:microsoft.com/office/officeart/2005/8/layout/list1"/>
    <dgm:cxn modelId="{280F1A1E-EE90-499E-ACEE-30660167319F}" type="presParOf" srcId="{8F25F22E-9FB7-4017-B6BD-CB7B4B28759F}" destId="{B971FA9F-90DB-454D-A552-065366585819}" srcOrd="0" destOrd="0" presId="urn:microsoft.com/office/officeart/2005/8/layout/list1"/>
    <dgm:cxn modelId="{5C4B96AF-FC86-4E6C-9202-698FEDA5F570}" type="presParOf" srcId="{8F25F22E-9FB7-4017-B6BD-CB7B4B28759F}" destId="{C40E9979-959D-4735-A3CF-FAD4D433D4A1}" srcOrd="1" destOrd="0" presId="urn:microsoft.com/office/officeart/2005/8/layout/list1"/>
    <dgm:cxn modelId="{D910B390-8C61-450A-B339-910EDBC0AF76}" type="presParOf" srcId="{FFB640BF-C867-4ED0-83C0-756B5D5D1266}" destId="{2B920405-A50A-4492-9F22-99D0E7953224}" srcOrd="13" destOrd="0" presId="urn:microsoft.com/office/officeart/2005/8/layout/list1"/>
    <dgm:cxn modelId="{8CDABF37-ACF7-41E1-B4E0-F69F9A470255}" type="presParOf" srcId="{FFB640BF-C867-4ED0-83C0-756B5D5D1266}" destId="{BA9C34A8-155F-44A9-8DB9-55CB37CC56EA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3527251-1924-4CF5-A7FF-FFFD1EE7D47F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A3A46B46-956E-41B9-93CA-670F42D836ED}">
      <dgm:prSet/>
      <dgm:spPr/>
      <dgm:t>
        <a:bodyPr/>
        <a:lstStyle/>
        <a:p>
          <a:r>
            <a:rPr lang="en-US"/>
            <a:t>The Manager Module plays a key role in ensuring</a:t>
          </a:r>
        </a:p>
      </dgm:t>
    </dgm:pt>
    <dgm:pt modelId="{D06E92BA-7D6E-419C-9F44-3226D9277071}" type="parTrans" cxnId="{46960CD4-097B-4DD4-BD3A-E447C048187A}">
      <dgm:prSet/>
      <dgm:spPr/>
      <dgm:t>
        <a:bodyPr/>
        <a:lstStyle/>
        <a:p>
          <a:endParaRPr lang="en-US"/>
        </a:p>
      </dgm:t>
    </dgm:pt>
    <dgm:pt modelId="{235F6728-3267-45B0-83F9-5F45C3886AFB}" type="sibTrans" cxnId="{46960CD4-097B-4DD4-BD3A-E447C048187A}">
      <dgm:prSet/>
      <dgm:spPr/>
      <dgm:t>
        <a:bodyPr/>
        <a:lstStyle/>
        <a:p>
          <a:endParaRPr lang="en-US"/>
        </a:p>
      </dgm:t>
    </dgm:pt>
    <dgm:pt modelId="{50182122-ACB3-4C9D-BC5D-BCB06ABB3788}">
      <dgm:prSet/>
      <dgm:spPr/>
      <dgm:t>
        <a:bodyPr/>
        <a:lstStyle/>
        <a:p>
          <a:r>
            <a:rPr lang="en-US"/>
            <a:t>safe and optimized traffic flow.</a:t>
          </a:r>
        </a:p>
      </dgm:t>
    </dgm:pt>
    <dgm:pt modelId="{3BD338C1-DD5B-4C08-83E7-87B53F2A6AB5}" type="parTrans" cxnId="{A482B15C-A0BE-4800-9175-D014DA199966}">
      <dgm:prSet/>
      <dgm:spPr/>
      <dgm:t>
        <a:bodyPr/>
        <a:lstStyle/>
        <a:p>
          <a:endParaRPr lang="en-US"/>
        </a:p>
      </dgm:t>
    </dgm:pt>
    <dgm:pt modelId="{A3F8D398-C5E3-46B8-9BC8-1EE355E40483}" type="sibTrans" cxnId="{A482B15C-A0BE-4800-9175-D014DA199966}">
      <dgm:prSet/>
      <dgm:spPr/>
      <dgm:t>
        <a:bodyPr/>
        <a:lstStyle/>
        <a:p>
          <a:endParaRPr lang="en-US"/>
        </a:p>
      </dgm:t>
    </dgm:pt>
    <dgm:pt modelId="{42354F4C-6E08-49C5-9016-49ACC6F69A49}">
      <dgm:prSet/>
      <dgm:spPr/>
      <dgm:t>
        <a:bodyPr/>
        <a:lstStyle/>
        <a:p>
          <a:r>
            <a:rPr lang="en-US"/>
            <a:t>Route Optimization and Route Safety features</a:t>
          </a:r>
        </a:p>
      </dgm:t>
    </dgm:pt>
    <dgm:pt modelId="{515C8A13-3C63-46F5-AA52-5CADE33028F9}" type="parTrans" cxnId="{80706973-D235-4226-9561-3B98F941A186}">
      <dgm:prSet/>
      <dgm:spPr/>
      <dgm:t>
        <a:bodyPr/>
        <a:lstStyle/>
        <a:p>
          <a:endParaRPr lang="en-US"/>
        </a:p>
      </dgm:t>
    </dgm:pt>
    <dgm:pt modelId="{31F4B733-B160-4E37-ADC5-8AD70CB55F04}" type="sibTrans" cxnId="{80706973-D235-4226-9561-3B98F941A186}">
      <dgm:prSet/>
      <dgm:spPr/>
      <dgm:t>
        <a:bodyPr/>
        <a:lstStyle/>
        <a:p>
          <a:endParaRPr lang="en-US"/>
        </a:p>
      </dgm:t>
    </dgm:pt>
    <dgm:pt modelId="{75E7CBA7-3FB1-4AF8-BF7D-5E0E1056D478}">
      <dgm:prSet/>
      <dgm:spPr/>
      <dgm:t>
        <a:bodyPr/>
        <a:lstStyle/>
        <a:p>
          <a:r>
            <a:rPr lang="en-US"/>
            <a:t>help in smart decision-making and safer journeys.</a:t>
          </a:r>
        </a:p>
      </dgm:t>
    </dgm:pt>
    <dgm:pt modelId="{8F75F89C-7938-4C36-A785-EFFFA62E284C}" type="parTrans" cxnId="{93ED2FE4-4353-4E09-B883-550D5C9C9535}">
      <dgm:prSet/>
      <dgm:spPr/>
      <dgm:t>
        <a:bodyPr/>
        <a:lstStyle/>
        <a:p>
          <a:endParaRPr lang="en-US"/>
        </a:p>
      </dgm:t>
    </dgm:pt>
    <dgm:pt modelId="{30596B8C-E9BB-43F8-8712-FD00931D1B85}" type="sibTrans" cxnId="{93ED2FE4-4353-4E09-B883-550D5C9C9535}">
      <dgm:prSet/>
      <dgm:spPr/>
      <dgm:t>
        <a:bodyPr/>
        <a:lstStyle/>
        <a:p>
          <a:endParaRPr lang="en-US"/>
        </a:p>
      </dgm:t>
    </dgm:pt>
    <dgm:pt modelId="{66668BE4-6661-492E-B74D-0324D9953337}" type="pres">
      <dgm:prSet presAssocID="{A3527251-1924-4CF5-A7FF-FFFD1EE7D47F}" presName="root" presStyleCnt="0">
        <dgm:presLayoutVars>
          <dgm:dir/>
          <dgm:resizeHandles val="exact"/>
        </dgm:presLayoutVars>
      </dgm:prSet>
      <dgm:spPr/>
    </dgm:pt>
    <dgm:pt modelId="{64184184-1956-4197-B9D1-83CC6F755AF4}" type="pres">
      <dgm:prSet presAssocID="{A3527251-1924-4CF5-A7FF-FFFD1EE7D47F}" presName="container" presStyleCnt="0">
        <dgm:presLayoutVars>
          <dgm:dir/>
          <dgm:resizeHandles val="exact"/>
        </dgm:presLayoutVars>
      </dgm:prSet>
      <dgm:spPr/>
    </dgm:pt>
    <dgm:pt modelId="{8CFCACB2-77AF-4F5B-9B7C-9EED7CA37BC4}" type="pres">
      <dgm:prSet presAssocID="{A3A46B46-956E-41B9-93CA-670F42D836ED}" presName="compNode" presStyleCnt="0"/>
      <dgm:spPr/>
    </dgm:pt>
    <dgm:pt modelId="{658229E6-A8E4-403C-92BA-6EB42BADD9D3}" type="pres">
      <dgm:prSet presAssocID="{A3A46B46-956E-41B9-93CA-670F42D836ED}" presName="iconBgRect" presStyleLbl="bgShp" presStyleIdx="0" presStyleCnt="4"/>
      <dgm:spPr/>
    </dgm:pt>
    <dgm:pt modelId="{7BA177FF-8AA9-4238-AFBF-C7485EFC96D0}" type="pres">
      <dgm:prSet presAssocID="{A3A46B46-956E-41B9-93CA-670F42D836E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0002AE7C-EF76-4980-B58A-CD2B3532C0C1}" type="pres">
      <dgm:prSet presAssocID="{A3A46B46-956E-41B9-93CA-670F42D836ED}" presName="spaceRect" presStyleCnt="0"/>
      <dgm:spPr/>
    </dgm:pt>
    <dgm:pt modelId="{40A9832E-F92D-4707-B5F1-8F8CFFB128A9}" type="pres">
      <dgm:prSet presAssocID="{A3A46B46-956E-41B9-93CA-670F42D836ED}" presName="textRect" presStyleLbl="revTx" presStyleIdx="0" presStyleCnt="4">
        <dgm:presLayoutVars>
          <dgm:chMax val="1"/>
          <dgm:chPref val="1"/>
        </dgm:presLayoutVars>
      </dgm:prSet>
      <dgm:spPr/>
    </dgm:pt>
    <dgm:pt modelId="{D11A7B98-2629-4123-9B96-DD54B2582ECC}" type="pres">
      <dgm:prSet presAssocID="{235F6728-3267-45B0-83F9-5F45C3886AFB}" presName="sibTrans" presStyleLbl="sibTrans2D1" presStyleIdx="0" presStyleCnt="0"/>
      <dgm:spPr/>
    </dgm:pt>
    <dgm:pt modelId="{6987FE18-C838-40D2-AA3A-3E86D894EC5B}" type="pres">
      <dgm:prSet presAssocID="{50182122-ACB3-4C9D-BC5D-BCB06ABB3788}" presName="compNode" presStyleCnt="0"/>
      <dgm:spPr/>
    </dgm:pt>
    <dgm:pt modelId="{5E9FADDD-2A24-42FC-A4D5-2BF8D9689377}" type="pres">
      <dgm:prSet presAssocID="{50182122-ACB3-4C9D-BC5D-BCB06ABB3788}" presName="iconBgRect" presStyleLbl="bgShp" presStyleIdx="1" presStyleCnt="4"/>
      <dgm:spPr/>
    </dgm:pt>
    <dgm:pt modelId="{F93D99E5-4105-49AA-A651-6BD65B0A333C}" type="pres">
      <dgm:prSet presAssocID="{50182122-ACB3-4C9D-BC5D-BCB06ABB378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42A10523-1FB6-4B71-AAC1-34511C0CE69B}" type="pres">
      <dgm:prSet presAssocID="{50182122-ACB3-4C9D-BC5D-BCB06ABB3788}" presName="spaceRect" presStyleCnt="0"/>
      <dgm:spPr/>
    </dgm:pt>
    <dgm:pt modelId="{05B08632-42B0-4CDA-AD04-2AB67E065DE1}" type="pres">
      <dgm:prSet presAssocID="{50182122-ACB3-4C9D-BC5D-BCB06ABB3788}" presName="textRect" presStyleLbl="revTx" presStyleIdx="1" presStyleCnt="4">
        <dgm:presLayoutVars>
          <dgm:chMax val="1"/>
          <dgm:chPref val="1"/>
        </dgm:presLayoutVars>
      </dgm:prSet>
      <dgm:spPr/>
    </dgm:pt>
    <dgm:pt modelId="{43FC11F1-440F-4A74-A120-0310F546B1B6}" type="pres">
      <dgm:prSet presAssocID="{A3F8D398-C5E3-46B8-9BC8-1EE355E40483}" presName="sibTrans" presStyleLbl="sibTrans2D1" presStyleIdx="0" presStyleCnt="0"/>
      <dgm:spPr/>
    </dgm:pt>
    <dgm:pt modelId="{0817124F-591D-4298-A3EC-8FCC3AB1A7F6}" type="pres">
      <dgm:prSet presAssocID="{42354F4C-6E08-49C5-9016-49ACC6F69A49}" presName="compNode" presStyleCnt="0"/>
      <dgm:spPr/>
    </dgm:pt>
    <dgm:pt modelId="{6317F905-4C09-4AB3-9FFA-4F38760D7737}" type="pres">
      <dgm:prSet presAssocID="{42354F4C-6E08-49C5-9016-49ACC6F69A49}" presName="iconBgRect" presStyleLbl="bgShp" presStyleIdx="2" presStyleCnt="4"/>
      <dgm:spPr/>
    </dgm:pt>
    <dgm:pt modelId="{AC6FCEF4-A03C-4CCA-A21E-ADA96C02FC2F}" type="pres">
      <dgm:prSet presAssocID="{42354F4C-6E08-49C5-9016-49ACC6F69A4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5DD4F19C-FAC5-4128-BCCB-9F43B9BCFE75}" type="pres">
      <dgm:prSet presAssocID="{42354F4C-6E08-49C5-9016-49ACC6F69A49}" presName="spaceRect" presStyleCnt="0"/>
      <dgm:spPr/>
    </dgm:pt>
    <dgm:pt modelId="{9A2EA581-E98A-4C1A-B30C-EAFEF5D07578}" type="pres">
      <dgm:prSet presAssocID="{42354F4C-6E08-49C5-9016-49ACC6F69A49}" presName="textRect" presStyleLbl="revTx" presStyleIdx="2" presStyleCnt="4">
        <dgm:presLayoutVars>
          <dgm:chMax val="1"/>
          <dgm:chPref val="1"/>
        </dgm:presLayoutVars>
      </dgm:prSet>
      <dgm:spPr/>
    </dgm:pt>
    <dgm:pt modelId="{F32F79C6-734D-49E1-9E86-038E8BAF54E2}" type="pres">
      <dgm:prSet presAssocID="{31F4B733-B160-4E37-ADC5-8AD70CB55F04}" presName="sibTrans" presStyleLbl="sibTrans2D1" presStyleIdx="0" presStyleCnt="0"/>
      <dgm:spPr/>
    </dgm:pt>
    <dgm:pt modelId="{F99482D6-A417-4D57-B4A3-8C796C9B6240}" type="pres">
      <dgm:prSet presAssocID="{75E7CBA7-3FB1-4AF8-BF7D-5E0E1056D478}" presName="compNode" presStyleCnt="0"/>
      <dgm:spPr/>
    </dgm:pt>
    <dgm:pt modelId="{A8A7E936-090F-4BD8-A3CC-2388E43BD764}" type="pres">
      <dgm:prSet presAssocID="{75E7CBA7-3FB1-4AF8-BF7D-5E0E1056D478}" presName="iconBgRect" presStyleLbl="bgShp" presStyleIdx="3" presStyleCnt="4"/>
      <dgm:spPr/>
    </dgm:pt>
    <dgm:pt modelId="{C038416B-FEC5-4C60-AD70-AAC8B05668FB}" type="pres">
      <dgm:prSet presAssocID="{75E7CBA7-3FB1-4AF8-BF7D-5E0E1056D47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gnpost"/>
        </a:ext>
      </dgm:extLst>
    </dgm:pt>
    <dgm:pt modelId="{34791730-C455-473B-AAB0-35A11970B1DD}" type="pres">
      <dgm:prSet presAssocID="{75E7CBA7-3FB1-4AF8-BF7D-5E0E1056D478}" presName="spaceRect" presStyleCnt="0"/>
      <dgm:spPr/>
    </dgm:pt>
    <dgm:pt modelId="{D2BFE85C-A775-4054-8D02-8E3F8282627F}" type="pres">
      <dgm:prSet presAssocID="{75E7CBA7-3FB1-4AF8-BF7D-5E0E1056D47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25D9926-F67F-4672-BB32-9E43B796472C}" type="presOf" srcId="{A3F8D398-C5E3-46B8-9BC8-1EE355E40483}" destId="{43FC11F1-440F-4A74-A120-0310F546B1B6}" srcOrd="0" destOrd="0" presId="urn:microsoft.com/office/officeart/2018/2/layout/IconCircleList"/>
    <dgm:cxn modelId="{A482B15C-A0BE-4800-9175-D014DA199966}" srcId="{A3527251-1924-4CF5-A7FF-FFFD1EE7D47F}" destId="{50182122-ACB3-4C9D-BC5D-BCB06ABB3788}" srcOrd="1" destOrd="0" parTransId="{3BD338C1-DD5B-4C08-83E7-87B53F2A6AB5}" sibTransId="{A3F8D398-C5E3-46B8-9BC8-1EE355E40483}"/>
    <dgm:cxn modelId="{BDCFFE42-FB96-4568-AD4D-F181DBD54BBE}" type="presOf" srcId="{235F6728-3267-45B0-83F9-5F45C3886AFB}" destId="{D11A7B98-2629-4123-9B96-DD54B2582ECC}" srcOrd="0" destOrd="0" presId="urn:microsoft.com/office/officeart/2018/2/layout/IconCircleList"/>
    <dgm:cxn modelId="{8A2C2F48-27ED-4749-B46B-204D3B671F13}" type="presOf" srcId="{75E7CBA7-3FB1-4AF8-BF7D-5E0E1056D478}" destId="{D2BFE85C-A775-4054-8D02-8E3F8282627F}" srcOrd="0" destOrd="0" presId="urn:microsoft.com/office/officeart/2018/2/layout/IconCircleList"/>
    <dgm:cxn modelId="{80706973-D235-4226-9561-3B98F941A186}" srcId="{A3527251-1924-4CF5-A7FF-FFFD1EE7D47F}" destId="{42354F4C-6E08-49C5-9016-49ACC6F69A49}" srcOrd="2" destOrd="0" parTransId="{515C8A13-3C63-46F5-AA52-5CADE33028F9}" sibTransId="{31F4B733-B160-4E37-ADC5-8AD70CB55F04}"/>
    <dgm:cxn modelId="{096A8F76-8520-4D03-9BE6-9B52DFD1129F}" type="presOf" srcId="{31F4B733-B160-4E37-ADC5-8AD70CB55F04}" destId="{F32F79C6-734D-49E1-9E86-038E8BAF54E2}" srcOrd="0" destOrd="0" presId="urn:microsoft.com/office/officeart/2018/2/layout/IconCircleList"/>
    <dgm:cxn modelId="{A9D80B58-D4B4-4557-8431-6EEE31FAB051}" type="presOf" srcId="{A3A46B46-956E-41B9-93CA-670F42D836ED}" destId="{40A9832E-F92D-4707-B5F1-8F8CFFB128A9}" srcOrd="0" destOrd="0" presId="urn:microsoft.com/office/officeart/2018/2/layout/IconCircleList"/>
    <dgm:cxn modelId="{911B64A4-9F56-411E-90B2-6B1834AE5926}" type="presOf" srcId="{42354F4C-6E08-49C5-9016-49ACC6F69A49}" destId="{9A2EA581-E98A-4C1A-B30C-EAFEF5D07578}" srcOrd="0" destOrd="0" presId="urn:microsoft.com/office/officeart/2018/2/layout/IconCircleList"/>
    <dgm:cxn modelId="{EC702CC6-A3D1-494A-96A8-9FC070471DF3}" type="presOf" srcId="{50182122-ACB3-4C9D-BC5D-BCB06ABB3788}" destId="{05B08632-42B0-4CDA-AD04-2AB67E065DE1}" srcOrd="0" destOrd="0" presId="urn:microsoft.com/office/officeart/2018/2/layout/IconCircleList"/>
    <dgm:cxn modelId="{46960CD4-097B-4DD4-BD3A-E447C048187A}" srcId="{A3527251-1924-4CF5-A7FF-FFFD1EE7D47F}" destId="{A3A46B46-956E-41B9-93CA-670F42D836ED}" srcOrd="0" destOrd="0" parTransId="{D06E92BA-7D6E-419C-9F44-3226D9277071}" sibTransId="{235F6728-3267-45B0-83F9-5F45C3886AFB}"/>
    <dgm:cxn modelId="{337DD6DD-0685-4923-A13D-8F5C25F4EEF1}" type="presOf" srcId="{A3527251-1924-4CF5-A7FF-FFFD1EE7D47F}" destId="{66668BE4-6661-492E-B74D-0324D9953337}" srcOrd="0" destOrd="0" presId="urn:microsoft.com/office/officeart/2018/2/layout/IconCircleList"/>
    <dgm:cxn modelId="{93ED2FE4-4353-4E09-B883-550D5C9C9535}" srcId="{A3527251-1924-4CF5-A7FF-FFFD1EE7D47F}" destId="{75E7CBA7-3FB1-4AF8-BF7D-5E0E1056D478}" srcOrd="3" destOrd="0" parTransId="{8F75F89C-7938-4C36-A785-EFFFA62E284C}" sibTransId="{30596B8C-E9BB-43F8-8712-FD00931D1B85}"/>
    <dgm:cxn modelId="{EF0DB35C-EF22-4682-9B09-EF3BBDF137D6}" type="presParOf" srcId="{66668BE4-6661-492E-B74D-0324D9953337}" destId="{64184184-1956-4197-B9D1-83CC6F755AF4}" srcOrd="0" destOrd="0" presId="urn:microsoft.com/office/officeart/2018/2/layout/IconCircleList"/>
    <dgm:cxn modelId="{03095B8A-97BC-477C-BB4F-7FE5B8C6DA13}" type="presParOf" srcId="{64184184-1956-4197-B9D1-83CC6F755AF4}" destId="{8CFCACB2-77AF-4F5B-9B7C-9EED7CA37BC4}" srcOrd="0" destOrd="0" presId="urn:microsoft.com/office/officeart/2018/2/layout/IconCircleList"/>
    <dgm:cxn modelId="{748514F9-D767-400E-8D3B-612E678D311B}" type="presParOf" srcId="{8CFCACB2-77AF-4F5B-9B7C-9EED7CA37BC4}" destId="{658229E6-A8E4-403C-92BA-6EB42BADD9D3}" srcOrd="0" destOrd="0" presId="urn:microsoft.com/office/officeart/2018/2/layout/IconCircleList"/>
    <dgm:cxn modelId="{F28893D6-BCB3-4121-A3A4-8B040FEE4498}" type="presParOf" srcId="{8CFCACB2-77AF-4F5B-9B7C-9EED7CA37BC4}" destId="{7BA177FF-8AA9-4238-AFBF-C7485EFC96D0}" srcOrd="1" destOrd="0" presId="urn:microsoft.com/office/officeart/2018/2/layout/IconCircleList"/>
    <dgm:cxn modelId="{0FC36C2D-BDFA-4F4E-B356-C4EAD616FA88}" type="presParOf" srcId="{8CFCACB2-77AF-4F5B-9B7C-9EED7CA37BC4}" destId="{0002AE7C-EF76-4980-B58A-CD2B3532C0C1}" srcOrd="2" destOrd="0" presId="urn:microsoft.com/office/officeart/2018/2/layout/IconCircleList"/>
    <dgm:cxn modelId="{A159B9A3-555F-4B42-AFC8-B95C8A286885}" type="presParOf" srcId="{8CFCACB2-77AF-4F5B-9B7C-9EED7CA37BC4}" destId="{40A9832E-F92D-4707-B5F1-8F8CFFB128A9}" srcOrd="3" destOrd="0" presId="urn:microsoft.com/office/officeart/2018/2/layout/IconCircleList"/>
    <dgm:cxn modelId="{93EFD904-3756-4924-BF62-46A537ECF4F8}" type="presParOf" srcId="{64184184-1956-4197-B9D1-83CC6F755AF4}" destId="{D11A7B98-2629-4123-9B96-DD54B2582ECC}" srcOrd="1" destOrd="0" presId="urn:microsoft.com/office/officeart/2018/2/layout/IconCircleList"/>
    <dgm:cxn modelId="{02F42CF6-C805-44BB-9B80-94847F821545}" type="presParOf" srcId="{64184184-1956-4197-B9D1-83CC6F755AF4}" destId="{6987FE18-C838-40D2-AA3A-3E86D894EC5B}" srcOrd="2" destOrd="0" presId="urn:microsoft.com/office/officeart/2018/2/layout/IconCircleList"/>
    <dgm:cxn modelId="{79D3609A-BF8C-4C4E-AFA7-73D832B7BBA1}" type="presParOf" srcId="{6987FE18-C838-40D2-AA3A-3E86D894EC5B}" destId="{5E9FADDD-2A24-42FC-A4D5-2BF8D9689377}" srcOrd="0" destOrd="0" presId="urn:microsoft.com/office/officeart/2018/2/layout/IconCircleList"/>
    <dgm:cxn modelId="{748606D2-EB67-45E0-AD25-DC9CD5763AAF}" type="presParOf" srcId="{6987FE18-C838-40D2-AA3A-3E86D894EC5B}" destId="{F93D99E5-4105-49AA-A651-6BD65B0A333C}" srcOrd="1" destOrd="0" presId="urn:microsoft.com/office/officeart/2018/2/layout/IconCircleList"/>
    <dgm:cxn modelId="{11925099-B716-4456-B603-347EC1C0DDF6}" type="presParOf" srcId="{6987FE18-C838-40D2-AA3A-3E86D894EC5B}" destId="{42A10523-1FB6-4B71-AAC1-34511C0CE69B}" srcOrd="2" destOrd="0" presId="urn:microsoft.com/office/officeart/2018/2/layout/IconCircleList"/>
    <dgm:cxn modelId="{7D078F10-2935-47F0-A110-419262C1B938}" type="presParOf" srcId="{6987FE18-C838-40D2-AA3A-3E86D894EC5B}" destId="{05B08632-42B0-4CDA-AD04-2AB67E065DE1}" srcOrd="3" destOrd="0" presId="urn:microsoft.com/office/officeart/2018/2/layout/IconCircleList"/>
    <dgm:cxn modelId="{3914D701-9C6E-4B27-89BF-0D1D19E93EDF}" type="presParOf" srcId="{64184184-1956-4197-B9D1-83CC6F755AF4}" destId="{43FC11F1-440F-4A74-A120-0310F546B1B6}" srcOrd="3" destOrd="0" presId="urn:microsoft.com/office/officeart/2018/2/layout/IconCircleList"/>
    <dgm:cxn modelId="{FC9279B9-F4A4-463B-AF40-A9F777866377}" type="presParOf" srcId="{64184184-1956-4197-B9D1-83CC6F755AF4}" destId="{0817124F-591D-4298-A3EC-8FCC3AB1A7F6}" srcOrd="4" destOrd="0" presId="urn:microsoft.com/office/officeart/2018/2/layout/IconCircleList"/>
    <dgm:cxn modelId="{B94BD09E-1E55-4AC8-8CE8-392DAC6A7CAB}" type="presParOf" srcId="{0817124F-591D-4298-A3EC-8FCC3AB1A7F6}" destId="{6317F905-4C09-4AB3-9FFA-4F38760D7737}" srcOrd="0" destOrd="0" presId="urn:microsoft.com/office/officeart/2018/2/layout/IconCircleList"/>
    <dgm:cxn modelId="{56CD9268-261C-48D8-9999-BB137511E00C}" type="presParOf" srcId="{0817124F-591D-4298-A3EC-8FCC3AB1A7F6}" destId="{AC6FCEF4-A03C-4CCA-A21E-ADA96C02FC2F}" srcOrd="1" destOrd="0" presId="urn:microsoft.com/office/officeart/2018/2/layout/IconCircleList"/>
    <dgm:cxn modelId="{9A346B19-69D7-46AA-B92B-B5BCE525A7EA}" type="presParOf" srcId="{0817124F-591D-4298-A3EC-8FCC3AB1A7F6}" destId="{5DD4F19C-FAC5-4128-BCCB-9F43B9BCFE75}" srcOrd="2" destOrd="0" presId="urn:microsoft.com/office/officeart/2018/2/layout/IconCircleList"/>
    <dgm:cxn modelId="{3709C935-2281-4C56-8A4D-27127EABF9CE}" type="presParOf" srcId="{0817124F-591D-4298-A3EC-8FCC3AB1A7F6}" destId="{9A2EA581-E98A-4C1A-B30C-EAFEF5D07578}" srcOrd="3" destOrd="0" presId="urn:microsoft.com/office/officeart/2018/2/layout/IconCircleList"/>
    <dgm:cxn modelId="{5B48BD09-3BF3-4014-BF31-AA0BF5B64EA9}" type="presParOf" srcId="{64184184-1956-4197-B9D1-83CC6F755AF4}" destId="{F32F79C6-734D-49E1-9E86-038E8BAF54E2}" srcOrd="5" destOrd="0" presId="urn:microsoft.com/office/officeart/2018/2/layout/IconCircleList"/>
    <dgm:cxn modelId="{7763CF40-2382-4854-B3A2-91E3839114B5}" type="presParOf" srcId="{64184184-1956-4197-B9D1-83CC6F755AF4}" destId="{F99482D6-A417-4D57-B4A3-8C796C9B6240}" srcOrd="6" destOrd="0" presId="urn:microsoft.com/office/officeart/2018/2/layout/IconCircleList"/>
    <dgm:cxn modelId="{1F82E345-AADB-4F50-9FA1-AD0BA27EB62F}" type="presParOf" srcId="{F99482D6-A417-4D57-B4A3-8C796C9B6240}" destId="{A8A7E936-090F-4BD8-A3CC-2388E43BD764}" srcOrd="0" destOrd="0" presId="urn:microsoft.com/office/officeart/2018/2/layout/IconCircleList"/>
    <dgm:cxn modelId="{48025C77-C24C-45B4-834D-F3F3B67F2972}" type="presParOf" srcId="{F99482D6-A417-4D57-B4A3-8C796C9B6240}" destId="{C038416B-FEC5-4C60-AD70-AAC8B05668FB}" srcOrd="1" destOrd="0" presId="urn:microsoft.com/office/officeart/2018/2/layout/IconCircleList"/>
    <dgm:cxn modelId="{0CD90DE4-F509-4AB0-B0AE-B6723200A23A}" type="presParOf" srcId="{F99482D6-A417-4D57-B4A3-8C796C9B6240}" destId="{34791730-C455-473B-AAB0-35A11970B1DD}" srcOrd="2" destOrd="0" presId="urn:microsoft.com/office/officeart/2018/2/layout/IconCircleList"/>
    <dgm:cxn modelId="{AB57271E-6CB3-4CB1-B171-BFACB124F1CB}" type="presParOf" srcId="{F99482D6-A417-4D57-B4A3-8C796C9B6240}" destId="{D2BFE85C-A775-4054-8D02-8E3F8282627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1E0236-8757-43F9-84D8-9BEB0AA94AD5}">
      <dsp:nvSpPr>
        <dsp:cNvPr id="0" name=""/>
        <dsp:cNvSpPr/>
      </dsp:nvSpPr>
      <dsp:spPr>
        <a:xfrm>
          <a:off x="429570" y="472"/>
          <a:ext cx="3346456" cy="200787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• Monitor real-time traffic conditions</a:t>
          </a:r>
        </a:p>
      </dsp:txBody>
      <dsp:txXfrm>
        <a:off x="429570" y="472"/>
        <a:ext cx="3346456" cy="2007873"/>
      </dsp:txXfrm>
    </dsp:sp>
    <dsp:sp modelId="{A5874A6F-F86B-4F9E-8540-55B36E2751C3}">
      <dsp:nvSpPr>
        <dsp:cNvPr id="0" name=""/>
        <dsp:cNvSpPr/>
      </dsp:nvSpPr>
      <dsp:spPr>
        <a:xfrm>
          <a:off x="4110672" y="472"/>
          <a:ext cx="3346456" cy="2007873"/>
        </a:xfrm>
        <a:prstGeom prst="rect">
          <a:avLst/>
        </a:prstGeom>
        <a:gradFill rotWithShape="0">
          <a:gsLst>
            <a:gs pos="0">
              <a:schemeClr val="accent2">
                <a:hueOff val="1560506"/>
                <a:satOff val="-1946"/>
                <a:lumOff val="45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560506"/>
                <a:satOff val="-1946"/>
                <a:lumOff val="45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• Manage fleet status (active, idle, delayed)</a:t>
          </a:r>
        </a:p>
      </dsp:txBody>
      <dsp:txXfrm>
        <a:off x="4110672" y="472"/>
        <a:ext cx="3346456" cy="2007873"/>
      </dsp:txXfrm>
    </dsp:sp>
    <dsp:sp modelId="{2BBB3FBB-1F5E-4632-AD3A-AA655B3A6D3F}">
      <dsp:nvSpPr>
        <dsp:cNvPr id="0" name=""/>
        <dsp:cNvSpPr/>
      </dsp:nvSpPr>
      <dsp:spPr>
        <a:xfrm>
          <a:off x="429570" y="2342991"/>
          <a:ext cx="3346456" cy="2007873"/>
        </a:xfrm>
        <a:prstGeom prst="rect">
          <a:avLst/>
        </a:prstGeom>
        <a:gradFill rotWithShape="0">
          <a:gsLst>
            <a:gs pos="0">
              <a:schemeClr val="accent2">
                <a:hueOff val="3121013"/>
                <a:satOff val="-3893"/>
                <a:lumOff val="91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121013"/>
                <a:satOff val="-3893"/>
                <a:lumOff val="91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• Identify congestion &amp; risk zones</a:t>
          </a:r>
        </a:p>
      </dsp:txBody>
      <dsp:txXfrm>
        <a:off x="429570" y="2342991"/>
        <a:ext cx="3346456" cy="2007873"/>
      </dsp:txXfrm>
    </dsp:sp>
    <dsp:sp modelId="{B0E4132A-DAB9-4773-A446-78B5D03E8D88}">
      <dsp:nvSpPr>
        <dsp:cNvPr id="0" name=""/>
        <dsp:cNvSpPr/>
      </dsp:nvSpPr>
      <dsp:spPr>
        <a:xfrm>
          <a:off x="4110672" y="2342991"/>
          <a:ext cx="3346456" cy="2007873"/>
        </a:xfrm>
        <a:prstGeom prst="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• Assign safe and optimized routes to drivers</a:t>
          </a:r>
        </a:p>
      </dsp:txBody>
      <dsp:txXfrm>
        <a:off x="4110672" y="2342991"/>
        <a:ext cx="3346456" cy="20078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9E91EF-F7EF-4FA6-9D4A-B4F645FCC382}">
      <dsp:nvSpPr>
        <dsp:cNvPr id="0" name=""/>
        <dsp:cNvSpPr/>
      </dsp:nvSpPr>
      <dsp:spPr>
        <a:xfrm>
          <a:off x="0" y="210559"/>
          <a:ext cx="5000124" cy="11934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Selects best route between source &amp; destination</a:t>
          </a:r>
        </a:p>
      </dsp:txBody>
      <dsp:txXfrm>
        <a:off x="58257" y="268816"/>
        <a:ext cx="4883610" cy="1076886"/>
      </dsp:txXfrm>
    </dsp:sp>
    <dsp:sp modelId="{A6171F87-0816-47DB-8437-6B60A6C04340}">
      <dsp:nvSpPr>
        <dsp:cNvPr id="0" name=""/>
        <dsp:cNvSpPr/>
      </dsp:nvSpPr>
      <dsp:spPr>
        <a:xfrm>
          <a:off x="0" y="1490359"/>
          <a:ext cx="5000124" cy="1193400"/>
        </a:xfrm>
        <a:prstGeom prst="roundRect">
          <a:avLst/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Uses traffic density &amp; congestion data</a:t>
          </a:r>
        </a:p>
      </dsp:txBody>
      <dsp:txXfrm>
        <a:off x="58257" y="1548616"/>
        <a:ext cx="4883610" cy="1076886"/>
      </dsp:txXfrm>
    </dsp:sp>
    <dsp:sp modelId="{C464599D-9D2A-45C7-A52B-0240DAF941B5}">
      <dsp:nvSpPr>
        <dsp:cNvPr id="0" name=""/>
        <dsp:cNvSpPr/>
      </dsp:nvSpPr>
      <dsp:spPr>
        <a:xfrm>
          <a:off x="0" y="2770159"/>
          <a:ext cx="5000124" cy="1193400"/>
        </a:xfrm>
        <a:prstGeom prst="roundRect">
          <a:avLst/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Reduces travel time &amp; fuel usage</a:t>
          </a:r>
        </a:p>
      </dsp:txBody>
      <dsp:txXfrm>
        <a:off x="58257" y="2828416"/>
        <a:ext cx="4883610" cy="1076886"/>
      </dsp:txXfrm>
    </dsp:sp>
    <dsp:sp modelId="{C090CAE9-BE80-4C11-9059-D8AD842C4D8C}">
      <dsp:nvSpPr>
        <dsp:cNvPr id="0" name=""/>
        <dsp:cNvSpPr/>
      </dsp:nvSpPr>
      <dsp:spPr>
        <a:xfrm>
          <a:off x="0" y="4049960"/>
          <a:ext cx="5000124" cy="119340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Improves fleet efficiency</a:t>
          </a:r>
        </a:p>
      </dsp:txBody>
      <dsp:txXfrm>
        <a:off x="58257" y="4108217"/>
        <a:ext cx="4883610" cy="107688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F7665D-5BF5-4E7D-A4D3-304099DDD8FC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CC06B7-5B45-4BD2-A51A-2963698A00E8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31A8C9-8EAC-487C-B47E-0C35EEB8D9B1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Compare multiple route options</a:t>
          </a:r>
        </a:p>
      </dsp:txBody>
      <dsp:txXfrm>
        <a:off x="25435" y="2456402"/>
        <a:ext cx="1800000" cy="720000"/>
      </dsp:txXfrm>
    </dsp:sp>
    <dsp:sp modelId="{25D01C73-73A6-490E-8A78-DA36EA06C633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CF93A1-43B3-4BC7-B118-03810D54ADF5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8C11A4-32CB-4DFF-8550-96194F03D347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View shortest, fastest, and least congested paths</a:t>
          </a:r>
        </a:p>
      </dsp:txBody>
      <dsp:txXfrm>
        <a:off x="2140435" y="2456402"/>
        <a:ext cx="1800000" cy="720000"/>
      </dsp:txXfrm>
    </dsp:sp>
    <dsp:sp modelId="{09063798-5FC7-4A56-8174-1AFA8CA71F35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98FC99-AE2B-42D5-8AFA-6E458EEE1029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57ACA8-5D6C-40A3-A2C5-E4164A099B2C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Assign optimized routes to trips</a:t>
          </a:r>
        </a:p>
      </dsp:txBody>
      <dsp:txXfrm>
        <a:off x="4255435" y="2456402"/>
        <a:ext cx="1800000" cy="720000"/>
      </dsp:txXfrm>
    </dsp:sp>
    <dsp:sp modelId="{4E855EED-520D-4026-9678-A92F0C7AB894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992A95-7DBA-4F17-89AF-6DF0E5A2329D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F2B343-45DF-4353-A79F-C565D4866B77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Dynamic route updates based on traffic</a:t>
          </a:r>
        </a:p>
      </dsp:txBody>
      <dsp:txXfrm>
        <a:off x="6370435" y="2456402"/>
        <a:ext cx="180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5F6278-5E03-4E35-9C06-0CE706EE0D27}">
      <dsp:nvSpPr>
        <dsp:cNvPr id="0" name=""/>
        <dsp:cNvSpPr/>
      </dsp:nvSpPr>
      <dsp:spPr>
        <a:xfrm>
          <a:off x="0" y="180378"/>
          <a:ext cx="5175384" cy="5175384"/>
        </a:xfrm>
        <a:prstGeom prst="diamond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2EECCB-46B3-483F-86A8-DB080097C6FA}">
      <dsp:nvSpPr>
        <dsp:cNvPr id="0" name=""/>
        <dsp:cNvSpPr/>
      </dsp:nvSpPr>
      <dsp:spPr>
        <a:xfrm>
          <a:off x="491661" y="672039"/>
          <a:ext cx="2018399" cy="201839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Identifies accident-prone &amp; high-risk zones</a:t>
          </a:r>
        </a:p>
      </dsp:txBody>
      <dsp:txXfrm>
        <a:off x="590191" y="770569"/>
        <a:ext cx="1821339" cy="1821339"/>
      </dsp:txXfrm>
    </dsp:sp>
    <dsp:sp modelId="{7819E959-F5C7-4D29-9BAA-B0FD512B9C8E}">
      <dsp:nvSpPr>
        <dsp:cNvPr id="0" name=""/>
        <dsp:cNvSpPr/>
      </dsp:nvSpPr>
      <dsp:spPr>
        <a:xfrm>
          <a:off x="2665322" y="672039"/>
          <a:ext cx="2018399" cy="2018399"/>
        </a:xfrm>
        <a:prstGeom prst="round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Categorizes routes as Low / Medium / High risk</a:t>
          </a:r>
        </a:p>
      </dsp:txBody>
      <dsp:txXfrm>
        <a:off x="2763852" y="770569"/>
        <a:ext cx="1821339" cy="1821339"/>
      </dsp:txXfrm>
    </dsp:sp>
    <dsp:sp modelId="{20762411-E896-4C8A-AEF1-060CCA5A1440}">
      <dsp:nvSpPr>
        <dsp:cNvPr id="0" name=""/>
        <dsp:cNvSpPr/>
      </dsp:nvSpPr>
      <dsp:spPr>
        <a:xfrm>
          <a:off x="491661" y="2845701"/>
          <a:ext cx="2018399" cy="2018399"/>
        </a:xfrm>
        <a:prstGeom prst="round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Uses historical &amp; live traffic data</a:t>
          </a:r>
        </a:p>
      </dsp:txBody>
      <dsp:txXfrm>
        <a:off x="590191" y="2944231"/>
        <a:ext cx="1821339" cy="1821339"/>
      </dsp:txXfrm>
    </dsp:sp>
    <dsp:sp modelId="{1D4AF2CD-C7AC-4F1C-B658-A699D6A49112}">
      <dsp:nvSpPr>
        <dsp:cNvPr id="0" name=""/>
        <dsp:cNvSpPr/>
      </dsp:nvSpPr>
      <dsp:spPr>
        <a:xfrm>
          <a:off x="2665322" y="2845701"/>
          <a:ext cx="2018399" cy="2018399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Improves driver safety</a:t>
          </a:r>
        </a:p>
      </dsp:txBody>
      <dsp:txXfrm>
        <a:off x="2763852" y="2944231"/>
        <a:ext cx="1821339" cy="182133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8C62BB-CFC5-40B7-85B7-6E20117FF876}">
      <dsp:nvSpPr>
        <dsp:cNvPr id="0" name=""/>
        <dsp:cNvSpPr/>
      </dsp:nvSpPr>
      <dsp:spPr>
        <a:xfrm>
          <a:off x="0" y="30"/>
          <a:ext cx="5175384" cy="13127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Analyze safety score before trip assignment</a:t>
          </a:r>
        </a:p>
      </dsp:txBody>
      <dsp:txXfrm>
        <a:off x="64083" y="64113"/>
        <a:ext cx="5047218" cy="1184574"/>
      </dsp:txXfrm>
    </dsp:sp>
    <dsp:sp modelId="{356C553B-A1D3-478B-BB4D-581ED4547299}">
      <dsp:nvSpPr>
        <dsp:cNvPr id="0" name=""/>
        <dsp:cNvSpPr/>
      </dsp:nvSpPr>
      <dsp:spPr>
        <a:xfrm>
          <a:off x="0" y="1407810"/>
          <a:ext cx="5175384" cy="131274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Avoid critical risk zones</a:t>
          </a:r>
        </a:p>
      </dsp:txBody>
      <dsp:txXfrm>
        <a:off x="64083" y="1471893"/>
        <a:ext cx="5047218" cy="1184574"/>
      </dsp:txXfrm>
    </dsp:sp>
    <dsp:sp modelId="{5F35AE7A-740E-4342-97B0-EEA534656AA5}">
      <dsp:nvSpPr>
        <dsp:cNvPr id="0" name=""/>
        <dsp:cNvSpPr/>
      </dsp:nvSpPr>
      <dsp:spPr>
        <a:xfrm>
          <a:off x="0" y="2815590"/>
          <a:ext cx="5175384" cy="131274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Ensure safer route planning</a:t>
          </a:r>
        </a:p>
      </dsp:txBody>
      <dsp:txXfrm>
        <a:off x="64083" y="2879673"/>
        <a:ext cx="5047218" cy="1184574"/>
      </dsp:txXfrm>
    </dsp:sp>
    <dsp:sp modelId="{04B50962-0CD9-4DBC-A060-D72EE635F703}">
      <dsp:nvSpPr>
        <dsp:cNvPr id="0" name=""/>
        <dsp:cNvSpPr/>
      </dsp:nvSpPr>
      <dsp:spPr>
        <a:xfrm>
          <a:off x="0" y="4223370"/>
          <a:ext cx="5175384" cy="131274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Send safety alerts to drivers</a:t>
          </a:r>
        </a:p>
      </dsp:txBody>
      <dsp:txXfrm>
        <a:off x="64083" y="4287453"/>
        <a:ext cx="5047218" cy="118457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C8D75B-4533-4F53-A1F3-FD5773797A10}">
      <dsp:nvSpPr>
        <dsp:cNvPr id="0" name=""/>
        <dsp:cNvSpPr/>
      </dsp:nvSpPr>
      <dsp:spPr>
        <a:xfrm>
          <a:off x="0" y="1229610"/>
          <a:ext cx="5175384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C22DB7-66A9-42EE-9C26-C47860716918}">
      <dsp:nvSpPr>
        <dsp:cNvPr id="0" name=""/>
        <dsp:cNvSpPr/>
      </dsp:nvSpPr>
      <dsp:spPr>
        <a:xfrm>
          <a:off x="258769" y="919650"/>
          <a:ext cx="3622768" cy="6199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32" tIns="0" rIns="136932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Better traffic control</a:t>
          </a:r>
        </a:p>
      </dsp:txBody>
      <dsp:txXfrm>
        <a:off x="289031" y="949912"/>
        <a:ext cx="3562244" cy="559396"/>
      </dsp:txXfrm>
    </dsp:sp>
    <dsp:sp modelId="{9CDD94B5-6CEC-460F-9A7D-5F0A77D9B6F1}">
      <dsp:nvSpPr>
        <dsp:cNvPr id="0" name=""/>
        <dsp:cNvSpPr/>
      </dsp:nvSpPr>
      <dsp:spPr>
        <a:xfrm>
          <a:off x="0" y="2182170"/>
          <a:ext cx="5175384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8DB262-DA77-4725-A51F-0BB543B9C0B9}">
      <dsp:nvSpPr>
        <dsp:cNvPr id="0" name=""/>
        <dsp:cNvSpPr/>
      </dsp:nvSpPr>
      <dsp:spPr>
        <a:xfrm>
          <a:off x="258769" y="1872210"/>
          <a:ext cx="3622768" cy="61992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32" tIns="0" rIns="136932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Reduced delays &amp; accidents</a:t>
          </a:r>
        </a:p>
      </dsp:txBody>
      <dsp:txXfrm>
        <a:off x="289031" y="1902472"/>
        <a:ext cx="3562244" cy="559396"/>
      </dsp:txXfrm>
    </dsp:sp>
    <dsp:sp modelId="{B43027B6-3A35-4DFA-AA1C-E35C9386A8EA}">
      <dsp:nvSpPr>
        <dsp:cNvPr id="0" name=""/>
        <dsp:cNvSpPr/>
      </dsp:nvSpPr>
      <dsp:spPr>
        <a:xfrm>
          <a:off x="0" y="3134730"/>
          <a:ext cx="5175384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11D2CE-F45B-47A4-939E-B19A06F3E11F}">
      <dsp:nvSpPr>
        <dsp:cNvPr id="0" name=""/>
        <dsp:cNvSpPr/>
      </dsp:nvSpPr>
      <dsp:spPr>
        <a:xfrm>
          <a:off x="258769" y="2824770"/>
          <a:ext cx="3622768" cy="61992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32" tIns="0" rIns="136932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Improved decision-making</a:t>
          </a:r>
        </a:p>
      </dsp:txBody>
      <dsp:txXfrm>
        <a:off x="289031" y="2855032"/>
        <a:ext cx="3562244" cy="559396"/>
      </dsp:txXfrm>
    </dsp:sp>
    <dsp:sp modelId="{BA9C34A8-155F-44A9-8DB9-55CB37CC56EA}">
      <dsp:nvSpPr>
        <dsp:cNvPr id="0" name=""/>
        <dsp:cNvSpPr/>
      </dsp:nvSpPr>
      <dsp:spPr>
        <a:xfrm>
          <a:off x="0" y="4087290"/>
          <a:ext cx="5175384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0E9979-959D-4735-A3CF-FAD4D433D4A1}">
      <dsp:nvSpPr>
        <dsp:cNvPr id="0" name=""/>
        <dsp:cNvSpPr/>
      </dsp:nvSpPr>
      <dsp:spPr>
        <a:xfrm>
          <a:off x="258769" y="3777330"/>
          <a:ext cx="3622768" cy="6199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32" tIns="0" rIns="136932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Efficient fleet utilization</a:t>
          </a:r>
        </a:p>
      </dsp:txBody>
      <dsp:txXfrm>
        <a:off x="289031" y="3807592"/>
        <a:ext cx="3562244" cy="55939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8229E6-A8E4-403C-92BA-6EB42BADD9D3}">
      <dsp:nvSpPr>
        <dsp:cNvPr id="0" name=""/>
        <dsp:cNvSpPr/>
      </dsp:nvSpPr>
      <dsp:spPr>
        <a:xfrm>
          <a:off x="18535" y="659889"/>
          <a:ext cx="1080124" cy="108012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A177FF-8AA9-4238-AFBF-C7485EFC96D0}">
      <dsp:nvSpPr>
        <dsp:cNvPr id="0" name=""/>
        <dsp:cNvSpPr/>
      </dsp:nvSpPr>
      <dsp:spPr>
        <a:xfrm>
          <a:off x="245361" y="886715"/>
          <a:ext cx="626472" cy="6264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A9832E-F92D-4707-B5F1-8F8CFFB128A9}">
      <dsp:nvSpPr>
        <dsp:cNvPr id="0" name=""/>
        <dsp:cNvSpPr/>
      </dsp:nvSpPr>
      <dsp:spPr>
        <a:xfrm>
          <a:off x="1330115" y="659889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The Manager Module plays a key role in ensuring</a:t>
          </a:r>
        </a:p>
      </dsp:txBody>
      <dsp:txXfrm>
        <a:off x="1330115" y="659889"/>
        <a:ext cx="2546008" cy="1080124"/>
      </dsp:txXfrm>
    </dsp:sp>
    <dsp:sp modelId="{5E9FADDD-2A24-42FC-A4D5-2BF8D9689377}">
      <dsp:nvSpPr>
        <dsp:cNvPr id="0" name=""/>
        <dsp:cNvSpPr/>
      </dsp:nvSpPr>
      <dsp:spPr>
        <a:xfrm>
          <a:off x="4319746" y="659889"/>
          <a:ext cx="1080124" cy="108012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3D99E5-4105-49AA-A651-6BD65B0A333C}">
      <dsp:nvSpPr>
        <dsp:cNvPr id="0" name=""/>
        <dsp:cNvSpPr/>
      </dsp:nvSpPr>
      <dsp:spPr>
        <a:xfrm>
          <a:off x="4546573" y="886715"/>
          <a:ext cx="626472" cy="6264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B08632-42B0-4CDA-AD04-2AB67E065DE1}">
      <dsp:nvSpPr>
        <dsp:cNvPr id="0" name=""/>
        <dsp:cNvSpPr/>
      </dsp:nvSpPr>
      <dsp:spPr>
        <a:xfrm>
          <a:off x="5631327" y="659889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safe and optimized traffic flow.</a:t>
          </a:r>
        </a:p>
      </dsp:txBody>
      <dsp:txXfrm>
        <a:off x="5631327" y="659889"/>
        <a:ext cx="2546008" cy="1080124"/>
      </dsp:txXfrm>
    </dsp:sp>
    <dsp:sp modelId="{6317F905-4C09-4AB3-9FFA-4F38760D7737}">
      <dsp:nvSpPr>
        <dsp:cNvPr id="0" name=""/>
        <dsp:cNvSpPr/>
      </dsp:nvSpPr>
      <dsp:spPr>
        <a:xfrm>
          <a:off x="18535" y="2452790"/>
          <a:ext cx="1080124" cy="108012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6FCEF4-A03C-4CCA-A21E-ADA96C02FC2F}">
      <dsp:nvSpPr>
        <dsp:cNvPr id="0" name=""/>
        <dsp:cNvSpPr/>
      </dsp:nvSpPr>
      <dsp:spPr>
        <a:xfrm>
          <a:off x="245361" y="2679617"/>
          <a:ext cx="626472" cy="62647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2EA581-E98A-4C1A-B30C-EAFEF5D07578}">
      <dsp:nvSpPr>
        <dsp:cNvPr id="0" name=""/>
        <dsp:cNvSpPr/>
      </dsp:nvSpPr>
      <dsp:spPr>
        <a:xfrm>
          <a:off x="1330115" y="2452790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Route Optimization and Route Safety features</a:t>
          </a:r>
        </a:p>
      </dsp:txBody>
      <dsp:txXfrm>
        <a:off x="1330115" y="2452790"/>
        <a:ext cx="2546008" cy="1080124"/>
      </dsp:txXfrm>
    </dsp:sp>
    <dsp:sp modelId="{A8A7E936-090F-4BD8-A3CC-2388E43BD764}">
      <dsp:nvSpPr>
        <dsp:cNvPr id="0" name=""/>
        <dsp:cNvSpPr/>
      </dsp:nvSpPr>
      <dsp:spPr>
        <a:xfrm>
          <a:off x="4319746" y="2452790"/>
          <a:ext cx="1080124" cy="108012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38416B-FEC5-4C60-AD70-AAC8B05668FB}">
      <dsp:nvSpPr>
        <dsp:cNvPr id="0" name=""/>
        <dsp:cNvSpPr/>
      </dsp:nvSpPr>
      <dsp:spPr>
        <a:xfrm>
          <a:off x="4546573" y="2679617"/>
          <a:ext cx="626472" cy="62647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BFE85C-A775-4054-8D02-8E3F8282627F}">
      <dsp:nvSpPr>
        <dsp:cNvPr id="0" name=""/>
        <dsp:cNvSpPr/>
      </dsp:nvSpPr>
      <dsp:spPr>
        <a:xfrm>
          <a:off x="5631327" y="2452790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help in smart decision-making and safer journeys.</a:t>
          </a:r>
        </a:p>
      </dsp:txBody>
      <dsp:txXfrm>
        <a:off x="5631327" y="2452790"/>
        <a:ext cx="2546008" cy="10801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8011" y="491613"/>
            <a:ext cx="4446455" cy="2467897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+mn-lt"/>
              </a:rPr>
              <a:t>Neuro Fleet X – AI Powered Urban Fleet &amp; Traffic Intelligence</a:t>
            </a:r>
            <a:endParaRPr lang="en-US" sz="3100" dirty="0">
              <a:latin typeface="+mn-lt"/>
            </a:endParaRPr>
          </a:p>
        </p:txBody>
      </p:sp>
      <p:pic>
        <p:nvPicPr>
          <p:cNvPr id="7" name="Graphic 6" descr="Truck">
            <a:extLst>
              <a:ext uri="{FF2B5EF4-FFF2-40B4-BE49-F238E27FC236}">
                <a16:creationId xmlns:a16="http://schemas.microsoft.com/office/drawing/2014/main" id="{032E6238-63DA-5DFF-BEA8-04D57F2799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9534" y="2230670"/>
            <a:ext cx="2746373" cy="2746373"/>
          </a:xfrm>
          <a:prstGeom prst="rect">
            <a:avLst/>
          </a:prstGeom>
        </p:spPr>
      </p:pic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4198011" y="3120662"/>
            <a:ext cx="4855158" cy="283768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1600" dirty="0">
                <a:latin typeface="Aptos" panose="020B0004020202020204" pitchFamily="34" charset="0"/>
              </a:rPr>
              <a:t>-INFOSYS SPRINGBOARD VIRTUAL INTERNSHIP 6.0</a:t>
            </a:r>
            <a:br>
              <a:rPr lang="en-IN" sz="1600" dirty="0">
                <a:latin typeface="Aptos" panose="020B0004020202020204" pitchFamily="34" charset="0"/>
              </a:rPr>
            </a:br>
            <a:r>
              <a:rPr lang="en-IN" sz="1600" dirty="0">
                <a:latin typeface="Aptos" panose="020B0004020202020204" pitchFamily="34" charset="0"/>
              </a:rPr>
              <a:t>-JAVA BATCH – 7</a:t>
            </a:r>
            <a:br>
              <a:rPr lang="en-IN" sz="1600" dirty="0">
                <a:latin typeface="Aptos" panose="020B0004020202020204" pitchFamily="34" charset="0"/>
              </a:rPr>
            </a:br>
            <a:r>
              <a:rPr lang="en-IN" sz="1600" dirty="0">
                <a:latin typeface="Aptos" panose="020B0004020202020204" pitchFamily="34" charset="0"/>
              </a:rPr>
              <a:t>-TEAM – B</a:t>
            </a:r>
          </a:p>
          <a:p>
            <a:pPr marL="0" indent="0">
              <a:buNone/>
            </a:pPr>
            <a:r>
              <a:rPr lang="en-IN" sz="1600" dirty="0">
                <a:latin typeface="Aptos" panose="020B0004020202020204" pitchFamily="34" charset="0"/>
              </a:rPr>
              <a:t>-NITIN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976" y="52996"/>
            <a:ext cx="4446455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6B1D4F-DC45-278E-D463-037D36676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2D610CC-09CA-0C3F-0FED-9ABC8E71EF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039881-E050-688B-D946-DD242A39B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688404-3A87-36CD-96E4-982C3E8C2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0578" y="802955"/>
            <a:ext cx="3733482" cy="1454051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Manager Module – Traffic Project</a:t>
            </a:r>
          </a:p>
        </p:txBody>
      </p:sp>
      <p:pic>
        <p:nvPicPr>
          <p:cNvPr id="7" name="Graphic 6" descr="Truck">
            <a:extLst>
              <a:ext uri="{FF2B5EF4-FFF2-40B4-BE49-F238E27FC236}">
                <a16:creationId xmlns:a16="http://schemas.microsoft.com/office/drawing/2014/main" id="{8079AA1B-3DE1-26D6-B8A3-461FC15C78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9534" y="2230670"/>
            <a:ext cx="2746373" cy="2746373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7C43892-2C2E-05B2-D4FC-1AD7AAB9DB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7930" y="2421682"/>
            <a:ext cx="3733184" cy="3639289"/>
          </a:xfrm>
        </p:spPr>
        <p:txBody>
          <a:bodyPr anchor="ctr">
            <a:normAutofit/>
          </a:bodyPr>
          <a:lstStyle/>
          <a:p>
            <a:r>
              <a:rPr sz="1600" dirty="0">
                <a:solidFill>
                  <a:schemeClr val="tx2"/>
                </a:solidFill>
              </a:rPr>
              <a:t>Role: Manager</a:t>
            </a:r>
          </a:p>
          <a:p>
            <a:r>
              <a:rPr sz="1600" dirty="0">
                <a:solidFill>
                  <a:schemeClr val="tx2"/>
                </a:solidFill>
              </a:rPr>
              <a:t>Focus Areas:</a:t>
            </a:r>
            <a:endParaRPr sz="1600" dirty="0">
              <a:solidFill>
                <a:schemeClr val="tx2"/>
              </a:solidFill>
              <a:ea typeface="Calibri"/>
              <a:cs typeface="Calibri"/>
            </a:endParaRPr>
          </a:p>
          <a:p>
            <a:r>
              <a:rPr sz="1600" dirty="0">
                <a:solidFill>
                  <a:schemeClr val="tx2"/>
                </a:solidFill>
              </a:rPr>
              <a:t>Route Optimization</a:t>
            </a:r>
            <a:endParaRPr sz="1600" dirty="0">
              <a:solidFill>
                <a:schemeClr val="tx2"/>
              </a:solidFill>
              <a:ea typeface="Calibri"/>
              <a:cs typeface="Calibri"/>
            </a:endParaRPr>
          </a:p>
          <a:p>
            <a:r>
              <a:rPr sz="1600" dirty="0">
                <a:solidFill>
                  <a:schemeClr val="tx2"/>
                </a:solidFill>
              </a:rPr>
              <a:t>Route Safety</a:t>
            </a:r>
            <a:endParaRPr sz="1600" dirty="0">
              <a:solidFill>
                <a:schemeClr val="tx2"/>
              </a:solidFill>
              <a:ea typeface="Calibri"/>
              <a:cs typeface="Calibri"/>
            </a:endParaRPr>
          </a:p>
          <a:p>
            <a:r>
              <a:rPr sz="1600" dirty="0">
                <a:solidFill>
                  <a:schemeClr val="tx2"/>
                </a:solidFill>
              </a:rPr>
              <a:t>Traffic &amp; Fleet Monitoring</a:t>
            </a:r>
            <a:endParaRPr sz="1600" dirty="0">
              <a:solidFill>
                <a:schemeClr val="tx2"/>
              </a:solidFill>
              <a:ea typeface="Calibri"/>
              <a:cs typeface="Calibri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0ACF87C-3548-63D7-AAB5-97AC833E3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976" y="52996"/>
            <a:ext cx="4446455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1A2B05F-0D13-EC6A-C153-7DC8F476A8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60D03CF-685F-DCB6-F9C9-A1E75D61F2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C51C9F4-0E9F-56A3-F6F6-26C81CCAA3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82076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F104EDB-6950-3FAF-1478-5165DBDEFC3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9090" r="19218" b="8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Manager Responsibilities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5783FC9-034C-A1BD-1EE5-4D3D112FD1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3796980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200">
                <a:solidFill>
                  <a:srgbClr val="FFFFFF"/>
                </a:solidFill>
              </a:rPr>
              <a:t>Route Optimization – Feature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4F2F508-3A45-0E8E-0923-EC6BA397F2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5394989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Route Optimization – Manager 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D20E768-25E3-F049-51A4-8C8E2B6FF6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572087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/>
              <a:t>Route Safety – Feature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B5BB437-A96A-469E-7DB4-82132EF9BF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8988280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/>
              <a:t>Route Safety – Manager View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CBC17D0-B7BE-5BC9-0206-AF9BB0581F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1593969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/>
              <a:t>Benefits of Manager Module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7A5FDAB-1ECC-1DAC-8119-A267474396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958540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220CD3E-8155-6DEF-9AD0-06A6BD6752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153478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193124-9FC8-8C9F-6FDC-B15DF62E3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1DD49EF-777C-FDB0-9D79-269DE65C12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45A134-948E-7F24-3654-82AD6186C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241D21-CDAC-D192-7FE4-AED17C0E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8011" y="2195051"/>
            <a:ext cx="4446455" cy="2467897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+mn-lt"/>
              </a:rPr>
              <a:t>THANK YOU….</a:t>
            </a:r>
            <a:endParaRPr lang="en-US" sz="3100" dirty="0">
              <a:latin typeface="+mn-lt"/>
            </a:endParaRPr>
          </a:p>
        </p:txBody>
      </p:sp>
      <p:pic>
        <p:nvPicPr>
          <p:cNvPr id="7" name="Graphic 6" descr="Truck">
            <a:extLst>
              <a:ext uri="{FF2B5EF4-FFF2-40B4-BE49-F238E27FC236}">
                <a16:creationId xmlns:a16="http://schemas.microsoft.com/office/drawing/2014/main" id="{D9B4DD83-0852-7DD2-2FF7-72C01F336B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9534" y="2230670"/>
            <a:ext cx="2746373" cy="2746373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31072CD6-429B-39D6-0719-EA2942698C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976" y="52996"/>
            <a:ext cx="4446455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F4382BF-450F-6404-0296-F0D0532A3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3AEF70B-AD2E-4C1A-8FD3-D9E0D52CAD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AEF4F1E-68D9-58D7-BE84-EA0998062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137358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256</Words>
  <Application>Microsoft Office PowerPoint</Application>
  <PresentationFormat>On-screen Show (4:3)</PresentationFormat>
  <Paragraphs>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Neuro Fleet X – AI Powered Urban Fleet &amp; Traffic Intelligence</vt:lpstr>
      <vt:lpstr>Manager Module – Traffic Project</vt:lpstr>
      <vt:lpstr>Manager Responsibilities</vt:lpstr>
      <vt:lpstr>Route Optimization – Feature</vt:lpstr>
      <vt:lpstr>Route Optimization – Manager View</vt:lpstr>
      <vt:lpstr>Route Safety – Feature</vt:lpstr>
      <vt:lpstr>Route Safety – Manager View</vt:lpstr>
      <vt:lpstr>Benefits of Manager Module</vt:lpstr>
      <vt:lpstr>Conclusion</vt:lpstr>
      <vt:lpstr>THANK YOU….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Narmadha Loganathan</cp:lastModifiedBy>
  <cp:revision>12</cp:revision>
  <dcterms:created xsi:type="dcterms:W3CDTF">2013-01-27T09:14:16Z</dcterms:created>
  <dcterms:modified xsi:type="dcterms:W3CDTF">2026-01-07T05:29:52Z</dcterms:modified>
  <cp:category/>
</cp:coreProperties>
</file>